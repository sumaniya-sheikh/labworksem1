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43" r:id="rId4"/>
  </p:sldMasterIdLst>
  <p:notesMasterIdLst>
    <p:notesMasterId r:id="rId6"/>
  </p:notesMasterIdLst>
  <p:handoutMasterIdLst>
    <p:handoutMasterId r:id="rId7"/>
  </p:handoutMasterIdLst>
  <p:sldIdLst>
    <p:sldId id="274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  <p15:guide id="4" pos="3589" userDrawn="1">
          <p15:clr>
            <a:srgbClr val="A4A3A4"/>
          </p15:clr>
        </p15:guide>
        <p15:guide id="5" orient="horz" pos="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7DE5"/>
    <a:srgbClr val="2739FF"/>
    <a:srgbClr val="0078D4"/>
    <a:srgbClr val="1655A0"/>
    <a:srgbClr val="F8F8F8"/>
    <a:srgbClr val="E9E9EB"/>
    <a:srgbClr val="E1E0DE"/>
    <a:srgbClr val="1A327F"/>
    <a:srgbClr val="1B1464"/>
    <a:srgbClr val="7B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74" autoAdjust="0"/>
    <p:restoredTop sz="94667" autoAdjust="0"/>
  </p:normalViewPr>
  <p:slideViewPr>
    <p:cSldViewPr snapToGrid="0" showGuides="1">
      <p:cViewPr>
        <p:scale>
          <a:sx n="50" d="100"/>
          <a:sy n="50" d="100"/>
        </p:scale>
        <p:origin x="931" y="307"/>
      </p:cViewPr>
      <p:guideLst>
        <p:guide pos="2160"/>
        <p:guide orient="horz" pos="2880"/>
        <p:guide pos="3589"/>
        <p:guide orient="horz" pos="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219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E1F32-670E-42A1-BB79-BE7CF13D3D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52D9F-355D-4E4D-9520-4A19B2947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3F10A-5BE5-4EE5-83A9-FC7FBAB5AC38}" type="datetimeFigureOut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D824E-CABD-4018-B1C4-F54DF49C3C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D1F29-09CA-482E-8686-EEE88BB7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9D12F-E8AC-48C0-8B1F-BD566648D8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54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27D22-D115-4CF2-BE84-ED8A12B36F7E}" type="datetimeFigureOut">
              <a:rPr lang="en-US" noProof="0" smtClean="0"/>
              <a:t>8/18/2025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36092-2EDF-47BF-99B1-B87430F95B7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05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36092-2EDF-47BF-99B1-B87430F95B70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849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010" y="1496484"/>
            <a:ext cx="5829981" cy="31834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010" y="4802717"/>
            <a:ext cx="5829981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7418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463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450" y="876304"/>
            <a:ext cx="5475101" cy="3803649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450" y="4802720"/>
            <a:ext cx="5475101" cy="2000249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4386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84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010" y="2784427"/>
            <a:ext cx="2872127" cy="4937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2539" y="2784427"/>
            <a:ext cx="2865462" cy="4937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9411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570" y="2784427"/>
            <a:ext cx="2700245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09" y="3882976"/>
            <a:ext cx="2872805" cy="383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423" y="2784427"/>
            <a:ext cx="2693578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2" y="3882976"/>
            <a:ext cx="2866139" cy="383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9696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516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12127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41" y="812800"/>
            <a:ext cx="2211884" cy="314960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6412" y="812800"/>
            <a:ext cx="3481589" cy="69088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5941" y="3962402"/>
            <a:ext cx="2211884" cy="375919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2448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41" y="812800"/>
            <a:ext cx="3125702" cy="31496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37449" y="1011842"/>
            <a:ext cx="2225204" cy="6510717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3962400"/>
            <a:ext cx="3128432" cy="37592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881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7" y="5719165"/>
            <a:ext cx="5831755" cy="1092473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017" y="828430"/>
            <a:ext cx="5831755" cy="450631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0" y="6811637"/>
            <a:ext cx="5830874" cy="909963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6959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456647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1" y="5606427"/>
            <a:ext cx="5823991" cy="212291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2171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494" y="812800"/>
            <a:ext cx="5232798" cy="399053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67863" y="4813376"/>
            <a:ext cx="4923168" cy="569083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5606428"/>
            <a:ext cx="5823992" cy="2115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8934" y="855666"/>
            <a:ext cx="3429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0041" y="4097835"/>
            <a:ext cx="3429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103999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7" y="2835925"/>
            <a:ext cx="5824871" cy="33491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6200741"/>
            <a:ext cx="5823992" cy="1520859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7602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010" y="2784427"/>
            <a:ext cx="1855663" cy="10977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010" y="3882165"/>
            <a:ext cx="1855663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00244" y="2784427"/>
            <a:ext cx="1855439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500244" y="3882165"/>
            <a:ext cx="1856150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4981" y="2784427"/>
            <a:ext cx="1851306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86695" y="3882165"/>
            <a:ext cx="1851306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8100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4010" y="5318863"/>
            <a:ext cx="1855662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14261" y="2789647"/>
            <a:ext cx="1653779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4010" y="6087212"/>
            <a:ext cx="1855662" cy="16343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020" y="5318863"/>
            <a:ext cx="1855678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570060" y="2789647"/>
            <a:ext cx="1648421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98258" y="6087211"/>
            <a:ext cx="1856439" cy="16343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5051" y="5318863"/>
            <a:ext cx="1850569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585953" y="2789647"/>
            <a:ext cx="1649314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84980" y="6087213"/>
            <a:ext cx="1853021" cy="163438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05359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792266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812801"/>
            <a:ext cx="1430245" cy="69088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010" y="812801"/>
            <a:ext cx="4308022" cy="690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458476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 bwMode="blackWhite">
      <p:bgPr>
        <a:gradFill>
          <a:gsLst>
            <a:gs pos="0">
              <a:schemeClr val="accent3"/>
            </a:gs>
            <a:gs pos="100000">
              <a:schemeClr val="accent3"/>
            </a:gs>
            <a:gs pos="89000">
              <a:schemeClr val="accent2">
                <a:lumMod val="60000"/>
                <a:lumOff val="40000"/>
              </a:schemeClr>
            </a:gs>
            <a:gs pos="17000">
              <a:schemeClr val="accent2">
                <a:lumMod val="60000"/>
                <a:lumOff val="40000"/>
              </a:schemeClr>
            </a:gs>
            <a:gs pos="47000">
              <a:schemeClr val="accent2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DA1E0F1-9EB1-81B9-B18A-EFB74DD25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246606"/>
            <a:ext cx="6860997" cy="8916825"/>
            <a:chOff x="-1" y="246606"/>
            <a:chExt cx="6860997" cy="891682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12A7D7-5D5B-461C-D9D6-6EC3B6DF3CAA}"/>
                </a:ext>
              </a:extLst>
            </p:cNvPr>
            <p:cNvSpPr/>
            <p:nvPr userDrawn="1"/>
          </p:nvSpPr>
          <p:spPr>
            <a:xfrm>
              <a:off x="-1" y="3817066"/>
              <a:ext cx="4017111" cy="270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4D02A96-6E87-8200-0797-6B1889BB2B00}"/>
                </a:ext>
              </a:extLst>
            </p:cNvPr>
            <p:cNvSpPr/>
            <p:nvPr userDrawn="1"/>
          </p:nvSpPr>
          <p:spPr>
            <a:xfrm>
              <a:off x="0" y="6497026"/>
              <a:ext cx="4242216" cy="264697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2F25EC-BCDA-5237-F66F-075C722B28F3}"/>
                </a:ext>
              </a:extLst>
            </p:cNvPr>
            <p:cNvSpPr/>
            <p:nvPr userDrawn="1"/>
          </p:nvSpPr>
          <p:spPr>
            <a:xfrm>
              <a:off x="242059" y="246606"/>
              <a:ext cx="6361213" cy="8620075"/>
            </a:xfrm>
            <a:prstGeom prst="rect">
              <a:avLst/>
            </a:prstGeom>
            <a:noFill/>
            <a:ln w="9525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405BBA1-4547-7E7B-831A-AD3646803B5F}"/>
                </a:ext>
              </a:extLst>
            </p:cNvPr>
            <p:cNvSpPr/>
            <p:nvPr userDrawn="1"/>
          </p:nvSpPr>
          <p:spPr>
            <a:xfrm rot="10800000">
              <a:off x="3799320" y="4223374"/>
              <a:ext cx="3061676" cy="49297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D59945C-3690-B61E-2E73-76FBA140BC75}"/>
                </a:ext>
              </a:extLst>
            </p:cNvPr>
            <p:cNvSpPr/>
            <p:nvPr userDrawn="1"/>
          </p:nvSpPr>
          <p:spPr>
            <a:xfrm>
              <a:off x="-1" y="3814807"/>
              <a:ext cx="239495" cy="268221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EECB91E-C67D-CB61-9676-064964DA6F42}"/>
                </a:ext>
              </a:extLst>
            </p:cNvPr>
            <p:cNvSpPr/>
            <p:nvPr userDrawn="1"/>
          </p:nvSpPr>
          <p:spPr>
            <a:xfrm rot="5400000">
              <a:off x="2559107" y="7902772"/>
              <a:ext cx="277319" cy="22051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99F5F8-915D-F942-92DC-2D955250192E}"/>
                </a:ext>
              </a:extLst>
            </p:cNvPr>
            <p:cNvCxnSpPr/>
            <p:nvPr userDrawn="1"/>
          </p:nvCxnSpPr>
          <p:spPr>
            <a:xfrm>
              <a:off x="239494" y="3742500"/>
              <a:ext cx="3777616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015AAC-BD63-DE50-7C65-2E6A19572092}"/>
                </a:ext>
              </a:extLst>
            </p:cNvPr>
            <p:cNvSpPr/>
            <p:nvPr userDrawn="1"/>
          </p:nvSpPr>
          <p:spPr>
            <a:xfrm rot="10800000">
              <a:off x="3802838" y="4251018"/>
              <a:ext cx="3055162" cy="4912413"/>
            </a:xfrm>
            <a:prstGeom prst="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  <a:alpha val="35000"/>
                  </a:schemeClr>
                </a:gs>
                <a:gs pos="100000">
                  <a:schemeClr val="accent2">
                    <a:lumMod val="20000"/>
                    <a:lumOff val="80000"/>
                    <a:alpha val="43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3B577A-972C-6CD0-6CCC-0BC2B13F3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9494" y="7634488"/>
            <a:ext cx="318950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28">
            <a:extLst>
              <a:ext uri="{FF2B5EF4-FFF2-40B4-BE49-F238E27FC236}">
                <a16:creationId xmlns:a16="http://schemas.microsoft.com/office/drawing/2014/main" id="{CF5BE93F-A649-42C8-AEBD-2B75A390F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54" y="2855591"/>
            <a:ext cx="3933482" cy="848902"/>
          </a:xfrm>
        </p:spPr>
        <p:txBody>
          <a:bodyPr lIns="45720" tIns="0" rIns="0" bIns="0">
            <a:noAutofit/>
          </a:bodyPr>
          <a:lstStyle>
            <a:lvl1pPr algn="l">
              <a:defRPr sz="7200" b="1" cap="all" spc="-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2B21ACF-7491-DC3A-1190-D697162F40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353" y="479927"/>
            <a:ext cx="5866390" cy="221113"/>
          </a:xfrm>
        </p:spPr>
        <p:txBody>
          <a:bodyPr>
            <a:noAutofit/>
          </a:bodyPr>
          <a:lstStyle>
            <a:lvl1pPr marL="0" indent="0">
              <a:buNone/>
              <a:defRPr sz="900" b="1" cap="all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1AC6248-5D4B-21C4-C649-8DF18D8CB3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353" y="743713"/>
            <a:ext cx="5866389" cy="1368626"/>
          </a:xfrm>
        </p:spPr>
        <p:txBody>
          <a:bodyPr numCol="2" spcCol="365760">
            <a:noAutofit/>
          </a:bodyPr>
          <a:lstStyle>
            <a:lvl1pPr marL="0" indent="0">
              <a:lnSpc>
                <a:spcPct val="120000"/>
              </a:lnSpc>
              <a:buNone/>
              <a:defRPr sz="9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E3986-992C-6CD7-1944-6E33BB066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354" y="2462090"/>
            <a:ext cx="3932778" cy="393501"/>
          </a:xfrm>
        </p:spPr>
        <p:txBody>
          <a:bodyPr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71F4B94-F934-E5D5-81C9-1E4DD8BCBD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8353" y="4118945"/>
            <a:ext cx="3059755" cy="744593"/>
          </a:xfrm>
        </p:spPr>
        <p:txBody>
          <a:bodyPr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6EF96BA-CB02-3A6C-D777-434E315AED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353" y="4938103"/>
            <a:ext cx="3059756" cy="1420026"/>
          </a:xfrm>
        </p:spPr>
        <p:txBody>
          <a:bodyPr numCol="1" spcCol="0">
            <a:noAutofit/>
          </a:bodyPr>
          <a:lstStyle>
            <a:lvl1pPr marL="0" indent="0">
              <a:lnSpc>
                <a:spcPct val="120000"/>
              </a:lnSpc>
              <a:buNone/>
              <a:defRPr sz="900" b="0" cap="none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489C961C-84B2-29BB-1813-C4FEE0D413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0109" y="6802700"/>
            <a:ext cx="1013204" cy="477654"/>
          </a:xfrm>
        </p:spPr>
        <p:txBody>
          <a:bodyPr lIns="45720" tIns="45720" rIns="0" bIns="0"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4C9B1699-0849-DD97-D708-2F453A4CC2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48385" y="6802701"/>
            <a:ext cx="1880616" cy="477654"/>
          </a:xfrm>
        </p:spPr>
        <p:txBody>
          <a:bodyPr lIns="45720" tIns="45720" rIns="0" bIns="0" numCol="1" spc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630947D9-96DD-1602-140E-E21DB2DCA1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0109" y="7902965"/>
            <a:ext cx="1013204" cy="689843"/>
          </a:xfrm>
        </p:spPr>
        <p:txBody>
          <a:bodyPr lIns="45720" tIns="45720" rIns="0" bIns="0"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DE35DF4C-C84C-8044-B3DD-71BC86A9363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548385" y="7902966"/>
            <a:ext cx="1880616" cy="689843"/>
          </a:xfrm>
        </p:spPr>
        <p:txBody>
          <a:bodyPr lIns="45720" tIns="45720" rIns="0" bIns="0" numCol="1" spcCol="0" anchor="t">
            <a:noAutofit/>
          </a:bodyPr>
          <a:lstStyle>
            <a:lvl1pPr marL="0" indent="0">
              <a:buNone/>
              <a:defRPr sz="9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7D5F4B-E7E3-EF19-328D-252D7E1FB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720547">
            <a:off x="4459031" y="2248604"/>
            <a:ext cx="1758473" cy="1750142"/>
            <a:chOff x="8187137" y="3882549"/>
            <a:chExt cx="1289259" cy="1283151"/>
          </a:xfrm>
        </p:grpSpPr>
        <p:sp>
          <p:nvSpPr>
            <p:cNvPr id="70" name="Oval 69" descr="decorative elemenets">
              <a:extLst>
                <a:ext uri="{FF2B5EF4-FFF2-40B4-BE49-F238E27FC236}">
                  <a16:creationId xmlns:a16="http://schemas.microsoft.com/office/drawing/2014/main" id="{C32D8DAF-AF41-7093-BCFE-CDC771A494E5}"/>
                </a:ext>
              </a:extLst>
            </p:cNvPr>
            <p:cNvSpPr/>
            <p:nvPr/>
          </p:nvSpPr>
          <p:spPr>
            <a:xfrm rot="5400000">
              <a:off x="8240728" y="3934634"/>
              <a:ext cx="1171466" cy="117146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71" name="Text Placeholder 19">
              <a:extLst>
                <a:ext uri="{FF2B5EF4-FFF2-40B4-BE49-F238E27FC236}">
                  <a16:creationId xmlns:a16="http://schemas.microsoft.com/office/drawing/2014/main" id="{1EE29F0B-F485-EC27-CD47-2BAB7508228E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8467256" y="4144112"/>
              <a:ext cx="748304" cy="754701"/>
            </a:xfrm>
            <a:prstGeom prst="ellipse">
              <a:avLst/>
            </a:prstGeom>
            <a:solidFill>
              <a:schemeClr val="accent2"/>
            </a:solidFill>
          </p:spPr>
          <p:txBody>
            <a:bodyPr lIns="0" tIns="0" rIns="0" bIns="0" anchor="ctr" anchorCtr="0">
              <a:noAutofit/>
            </a:bodyPr>
            <a:lstStyle>
              <a:lvl1pPr marL="0" indent="0" algn="ctr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bg1"/>
                  </a:solidFill>
                  <a:latin typeface="+mj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72" name="Graphic 330" descr="decorative elemenets">
              <a:extLst>
                <a:ext uri="{FF2B5EF4-FFF2-40B4-BE49-F238E27FC236}">
                  <a16:creationId xmlns:a16="http://schemas.microsoft.com/office/drawing/2014/main" id="{C3C7E9CD-F872-EB09-E299-1B2E056471DB}"/>
                </a:ext>
              </a:extLst>
            </p:cNvPr>
            <p:cNvSpPr/>
            <p:nvPr/>
          </p:nvSpPr>
          <p:spPr>
            <a:xfrm rot="5400000">
              <a:off x="8190191" y="3879495"/>
              <a:ext cx="1283151" cy="1289259"/>
            </a:xfrm>
            <a:custGeom>
              <a:avLst/>
              <a:gdLst>
                <a:gd name="connsiteX0" fmla="*/ 426406 w 857549"/>
                <a:gd name="connsiteY0" fmla="*/ 861632 h 861631"/>
                <a:gd name="connsiteX1" fmla="*/ 0 w 857549"/>
                <a:gd name="connsiteY1" fmla="*/ 493945 h 861631"/>
                <a:gd name="connsiteX2" fmla="*/ 82485 w 857549"/>
                <a:gd name="connsiteY2" fmla="*/ 481362 h 861631"/>
                <a:gd name="connsiteX3" fmla="*/ 478133 w 857549"/>
                <a:gd name="connsiteY3" fmla="*/ 774953 h 861631"/>
                <a:gd name="connsiteX4" fmla="*/ 768928 w 857549"/>
                <a:gd name="connsiteY4" fmla="*/ 379305 h 861631"/>
                <a:gd name="connsiteX5" fmla="*/ 631919 w 857549"/>
                <a:gd name="connsiteY5" fmla="*/ 151422 h 861631"/>
                <a:gd name="connsiteX6" fmla="*/ 374678 w 857549"/>
                <a:gd name="connsiteY6" fmla="*/ 87112 h 861631"/>
                <a:gd name="connsiteX7" fmla="*/ 362095 w 857549"/>
                <a:gd name="connsiteY7" fmla="*/ 4627 h 861631"/>
                <a:gd name="connsiteX8" fmla="*/ 682249 w 857549"/>
                <a:gd name="connsiteY8" fmla="*/ 84316 h 861631"/>
                <a:gd name="connsiteX9" fmla="*/ 852811 w 857549"/>
                <a:gd name="connsiteY9" fmla="*/ 368120 h 861631"/>
                <a:gd name="connsiteX10" fmla="*/ 490716 w 857549"/>
                <a:gd name="connsiteY10" fmla="*/ 857438 h 861631"/>
                <a:gd name="connsiteX11" fmla="*/ 426406 w 857549"/>
                <a:gd name="connsiteY11" fmla="*/ 861632 h 86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7549" h="861631">
                  <a:moveTo>
                    <a:pt x="426406" y="861632"/>
                  </a:moveTo>
                  <a:cubicBezTo>
                    <a:pt x="216698" y="861632"/>
                    <a:pt x="32155" y="707846"/>
                    <a:pt x="0" y="493945"/>
                  </a:cubicBezTo>
                  <a:lnTo>
                    <a:pt x="82485" y="481362"/>
                  </a:lnTo>
                  <a:cubicBezTo>
                    <a:pt x="111844" y="671497"/>
                    <a:pt x="287998" y="802914"/>
                    <a:pt x="478133" y="774953"/>
                  </a:cubicBezTo>
                  <a:cubicBezTo>
                    <a:pt x="666870" y="745594"/>
                    <a:pt x="796889" y="569439"/>
                    <a:pt x="768928" y="379305"/>
                  </a:cubicBezTo>
                  <a:cubicBezTo>
                    <a:pt x="754947" y="287033"/>
                    <a:pt x="706016" y="207344"/>
                    <a:pt x="631919" y="151422"/>
                  </a:cubicBezTo>
                  <a:cubicBezTo>
                    <a:pt x="557822" y="96898"/>
                    <a:pt x="465551" y="73132"/>
                    <a:pt x="374678" y="87112"/>
                  </a:cubicBezTo>
                  <a:lnTo>
                    <a:pt x="362095" y="4627"/>
                  </a:lnTo>
                  <a:cubicBezTo>
                    <a:pt x="476735" y="-12149"/>
                    <a:pt x="589977" y="17210"/>
                    <a:pt x="682249" y="84316"/>
                  </a:cubicBezTo>
                  <a:cubicBezTo>
                    <a:pt x="774520" y="151422"/>
                    <a:pt x="834636" y="253480"/>
                    <a:pt x="852811" y="368120"/>
                  </a:cubicBezTo>
                  <a:cubicBezTo>
                    <a:pt x="887762" y="602993"/>
                    <a:pt x="725588" y="822486"/>
                    <a:pt x="490716" y="857438"/>
                  </a:cubicBezTo>
                  <a:cubicBezTo>
                    <a:pt x="468347" y="860234"/>
                    <a:pt x="447376" y="861632"/>
                    <a:pt x="426406" y="86163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389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BC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083EFF7F-FD0F-5EE9-05C3-133C7D4D9C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957626" y="2827502"/>
            <a:ext cx="731520" cy="54864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AA0D210-9010-2212-5E24-961780308D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9840" y="4221596"/>
            <a:ext cx="3061678" cy="1048396"/>
          </a:xfrm>
          <a:solidFill>
            <a:schemeClr val="accent3"/>
          </a:solidFill>
        </p:spPr>
        <p:txBody>
          <a:bodyPr t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cap="all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1E6B397-7D62-9BDE-4288-EBE1412E5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11168" y="5559551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385AC3-C1A7-8123-B279-053FC760C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17496" y="5880273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EAEE5B20-E157-D4E2-0CB9-0F148BD77C3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085365" y="5943567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987201C-8111-3FE9-C8A6-058665109A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8035" y="5881496"/>
            <a:ext cx="733136" cy="398463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F7ACE20-969A-ED9A-3095-FF3D5FF275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492" y="5559551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9AA533-67EF-C0A7-F180-F6B1AB10C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60724" y="5880273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51">
            <a:extLst>
              <a:ext uri="{FF2B5EF4-FFF2-40B4-BE49-F238E27FC236}">
                <a16:creationId xmlns:a16="http://schemas.microsoft.com/office/drawing/2014/main" id="{34F82E74-A859-2247-ECC6-2238BB95BE4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528593" y="5949734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DEB9577-D050-692B-56DD-C848D7AE53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18781" y="5881496"/>
            <a:ext cx="717047" cy="313062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F7007D79-C189-97E5-0739-5AC5B1448C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18781" y="6151547"/>
            <a:ext cx="717047" cy="177238"/>
          </a:xfrm>
        </p:spPr>
        <p:txBody>
          <a:bodyPr lIns="45720" tIns="0" rIns="0" bIns="0" anchor="t">
            <a:noAutofit/>
          </a:bodyPr>
          <a:lstStyle>
            <a:lvl1pPr marL="0" indent="0" algn="ctr">
              <a:buNone/>
              <a:defRPr sz="9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AA8CE3-3C48-B5D6-97CC-9CD521E5D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11168" y="6756413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A93403-16A3-D9B3-2146-50560770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17496" y="7073972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Picture Placeholder 51">
            <a:extLst>
              <a:ext uri="{FF2B5EF4-FFF2-40B4-BE49-F238E27FC236}">
                <a16:creationId xmlns:a16="http://schemas.microsoft.com/office/drawing/2014/main" id="{6B59AE77-9F38-6295-5AEB-09BEC132A7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085365" y="7139034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B702EF13-9C70-477B-8CA9-C0B100429A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8035" y="7043492"/>
            <a:ext cx="733136" cy="313062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6E6BA976-70E9-B06F-BA68-1317FBE7F6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8035" y="7313543"/>
            <a:ext cx="733136" cy="177238"/>
          </a:xfrm>
        </p:spPr>
        <p:txBody>
          <a:bodyPr lIns="45720" tIns="0" rIns="0" bIns="0" anchor="t">
            <a:noAutofit/>
          </a:bodyPr>
          <a:lstStyle>
            <a:lvl1pPr marL="0" indent="0" algn="ctr">
              <a:buNone/>
              <a:defRPr sz="9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D5915F6-022C-4CBF-063C-BC1ADFB0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50492" y="6756413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8EA34ED-68ED-43A6-DAF5-93377655C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60724" y="7073972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51">
            <a:extLst>
              <a:ext uri="{FF2B5EF4-FFF2-40B4-BE49-F238E27FC236}">
                <a16:creationId xmlns:a16="http://schemas.microsoft.com/office/drawing/2014/main" id="{1E12200D-54C5-7255-D343-F977F25B0C7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528593" y="7145201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59D02E2-3CCF-4040-2C4E-CC612B5B2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18781" y="7043492"/>
            <a:ext cx="717047" cy="313062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6C068318-D1AF-C1A5-3557-902817CEF2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8781" y="7313543"/>
            <a:ext cx="717047" cy="177238"/>
          </a:xfrm>
        </p:spPr>
        <p:txBody>
          <a:bodyPr lIns="45720" tIns="0" rIns="0" bIns="0" anchor="t">
            <a:noAutofit/>
          </a:bodyPr>
          <a:lstStyle>
            <a:lvl1pPr marL="0" indent="0" algn="ctr">
              <a:buNone/>
              <a:defRPr sz="9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D7577CD-0CDF-3EE0-B818-59D5EC3159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11168" y="7873118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2D04C69-6751-F468-E18E-571078264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17496" y="8187514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Picture Placeholder 51">
            <a:extLst>
              <a:ext uri="{FF2B5EF4-FFF2-40B4-BE49-F238E27FC236}">
                <a16:creationId xmlns:a16="http://schemas.microsoft.com/office/drawing/2014/main" id="{260BB263-A9A6-B0EB-5FBB-A1DA512A7E1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85365" y="8254175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5171617D-B0B1-596F-CC87-EBE99F8403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58035" y="8191241"/>
            <a:ext cx="733136" cy="398463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98D65B7-64C8-9B19-F44E-D1151C4D15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50492" y="7873118"/>
            <a:ext cx="1188720" cy="207379"/>
          </a:xfrm>
          <a:solidFill>
            <a:schemeClr val="tx1">
              <a:lumMod val="20000"/>
              <a:lumOff val="80000"/>
            </a:schemeClr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chemeClr val="accent3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25A403-111D-E17D-A323-D0150F24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60724" y="8187514"/>
            <a:ext cx="410058" cy="4084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51">
            <a:extLst>
              <a:ext uri="{FF2B5EF4-FFF2-40B4-BE49-F238E27FC236}">
                <a16:creationId xmlns:a16="http://schemas.microsoft.com/office/drawing/2014/main" id="{3B8CCAEF-BED7-FDF5-B20D-668D79D3C0E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528593" y="8260342"/>
            <a:ext cx="274320" cy="274320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B4CBA492-7A7F-D1EC-8A84-37E9C7108F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18781" y="8191241"/>
            <a:ext cx="717047" cy="313062"/>
          </a:xfrm>
        </p:spPr>
        <p:txBody>
          <a:bodyPr lIns="45720" r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1BAE3F82-04CD-860F-6BF8-DE0306F6826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18781" y="8461292"/>
            <a:ext cx="717047" cy="177238"/>
          </a:xfrm>
        </p:spPr>
        <p:txBody>
          <a:bodyPr lIns="45720" tIns="0" rIns="0" bIns="0" anchor="t">
            <a:noAutofit/>
          </a:bodyPr>
          <a:lstStyle>
            <a:lvl1pPr marL="0" indent="0" algn="ctr">
              <a:buNone/>
              <a:defRPr sz="900" cap="all" baseline="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55CDCB-D9BB-A9A9-AA29-644EBC2F1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80264" y="4218096"/>
            <a:ext cx="317773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6298A0-775E-01E0-1B6A-2B263E65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80264" y="5263415"/>
            <a:ext cx="317773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080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>
          <p15:clr>
            <a:srgbClr val="FBAE40"/>
          </p15:clr>
        </p15:guide>
        <p15:guide id="2" pos="2160">
          <p15:clr>
            <a:srgbClr val="FBAE40"/>
          </p15:clr>
        </p15:guide>
        <p15:guide id="3" pos="164">
          <p15:clr>
            <a:srgbClr val="FBAE40"/>
          </p15:clr>
        </p15:guide>
        <p15:guide id="4" pos="4156">
          <p15:clr>
            <a:srgbClr val="FBAE40"/>
          </p15:clr>
        </p15:guide>
        <p15:guide id="12" orient="horz" pos="5534">
          <p15:clr>
            <a:srgbClr val="FBAE40"/>
          </p15:clr>
        </p15:guide>
        <p15:guide id="13" orient="horz" pos="816">
          <p15:clr>
            <a:srgbClr val="FBAE40"/>
          </p15:clr>
        </p15:guide>
        <p15:guide id="14" orient="horz" pos="3833">
          <p15:clr>
            <a:srgbClr val="FBAE40"/>
          </p15:clr>
        </p15:guide>
        <p15:guide id="15" pos="15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009" y="2794752"/>
            <a:ext cx="5823992" cy="492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9289" y="7844369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MM.DD.20XX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010" y="7844369"/>
            <a:ext cx="375348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14132" y="7844369"/>
            <a:ext cx="42386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BE66-B004-4B62-93B5-6C3A07EE5D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27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44" r:id="rId1"/>
    <p:sldLayoutId id="2147484345" r:id="rId2"/>
    <p:sldLayoutId id="2147484346" r:id="rId3"/>
    <p:sldLayoutId id="2147484347" r:id="rId4"/>
    <p:sldLayoutId id="2147484348" r:id="rId5"/>
    <p:sldLayoutId id="2147484349" r:id="rId6"/>
    <p:sldLayoutId id="2147484350" r:id="rId7"/>
    <p:sldLayoutId id="2147484351" r:id="rId8"/>
    <p:sldLayoutId id="2147484352" r:id="rId9"/>
    <p:sldLayoutId id="2147484353" r:id="rId10"/>
    <p:sldLayoutId id="2147484354" r:id="rId11"/>
    <p:sldLayoutId id="2147484355" r:id="rId12"/>
    <p:sldLayoutId id="2147484356" r:id="rId13"/>
    <p:sldLayoutId id="2147484357" r:id="rId14"/>
    <p:sldLayoutId id="2147484358" r:id="rId15"/>
    <p:sldLayoutId id="2147484359" r:id="rId16"/>
    <p:sldLayoutId id="2147484360" r:id="rId17"/>
    <p:sldLayoutId id="2147484361" r:id="rId18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63">
            <a:extLst>
              <a:ext uri="{FF2B5EF4-FFF2-40B4-BE49-F238E27FC236}">
                <a16:creationId xmlns:a16="http://schemas.microsoft.com/office/drawing/2014/main" id="{834170BE-C0D3-851F-EB2B-98A4BD8D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67" y="2759130"/>
            <a:ext cx="4186705" cy="760729"/>
          </a:xfrm>
        </p:spPr>
        <p:txBody>
          <a:bodyPr/>
          <a:lstStyle/>
          <a:p>
            <a:r>
              <a:rPr lang="en-US" sz="6600" cap="none" dirty="0"/>
              <a:t>TechFest</a:t>
            </a:r>
          </a:p>
        </p:txBody>
      </p:sp>
      <p:sp>
        <p:nvSpPr>
          <p:cNvPr id="166" name="Text Placeholder 165">
            <a:extLst>
              <a:ext uri="{FF2B5EF4-FFF2-40B4-BE49-F238E27FC236}">
                <a16:creationId xmlns:a16="http://schemas.microsoft.com/office/drawing/2014/main" id="{5E95C73C-CCB6-14AB-CACC-5A68F2F0A9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4835" y="1004019"/>
            <a:ext cx="3059755" cy="408221"/>
          </a:xfrm>
        </p:spPr>
        <p:txBody>
          <a:bodyPr/>
          <a:lstStyle/>
          <a:p>
            <a:pPr lvl="0"/>
            <a:r>
              <a:rPr lang="en-IN" sz="1600" dirty="0"/>
              <a:t>EVENT HIGHLIGHTS</a:t>
            </a:r>
            <a:endParaRPr lang="en-US" sz="1600" noProof="0" dirty="0"/>
          </a:p>
        </p:txBody>
      </p:sp>
      <p:sp>
        <p:nvSpPr>
          <p:cNvPr id="165" name="Text Placeholder 164">
            <a:extLst>
              <a:ext uri="{FF2B5EF4-FFF2-40B4-BE49-F238E27FC236}">
                <a16:creationId xmlns:a16="http://schemas.microsoft.com/office/drawing/2014/main" id="{483F45F7-649D-B602-B56B-59896012F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6560" y="2286000"/>
            <a:ext cx="975360" cy="589278"/>
          </a:xfrm>
        </p:spPr>
        <p:txBody>
          <a:bodyPr>
            <a:norm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168" name="Text Placeholder 167">
            <a:extLst>
              <a:ext uri="{FF2B5EF4-FFF2-40B4-BE49-F238E27FC236}">
                <a16:creationId xmlns:a16="http://schemas.microsoft.com/office/drawing/2014/main" id="{0B376728-5C8E-4134-C5CE-D57ED3E1F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835" y="3976705"/>
            <a:ext cx="3059755" cy="74459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ABOUT TECHFEST</a:t>
            </a:r>
            <a:endParaRPr lang="en-US" noProof="0" dirty="0"/>
          </a:p>
        </p:txBody>
      </p:sp>
      <p:sp>
        <p:nvSpPr>
          <p:cNvPr id="169" name="Text Placeholder 168">
            <a:extLst>
              <a:ext uri="{FF2B5EF4-FFF2-40B4-BE49-F238E27FC236}">
                <a16:creationId xmlns:a16="http://schemas.microsoft.com/office/drawing/2014/main" id="{B8EDFFD8-9633-3E09-B22A-64600A8FD5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835" y="4477458"/>
            <a:ext cx="3242072" cy="1765385"/>
          </a:xfrm>
        </p:spPr>
        <p:txBody>
          <a:bodyPr/>
          <a:lstStyle/>
          <a:p>
            <a:pPr lvl="0" algn="just"/>
            <a:r>
              <a:rPr lang="en-US" sz="1100" b="1" dirty="0">
                <a:solidFill>
                  <a:schemeClr val="tx2">
                    <a:lumMod val="90000"/>
                  </a:schemeClr>
                </a:solidFill>
              </a:rPr>
              <a:t>TechFest 2025 is the annual celebration of technology, creativity, and innovation organized by the CS &amp; IT Department, Faculty of Science, (Aligarh Muslim University). This event brings together students, researchers, and industry professionals to share ideas, showcase projects, and explore future technologies.</a:t>
            </a:r>
            <a:endParaRPr lang="en-US" sz="500" b="1" kern="300" noProof="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319" name="Text Placeholder 318">
            <a:extLst>
              <a:ext uri="{FF2B5EF4-FFF2-40B4-BE49-F238E27FC236}">
                <a16:creationId xmlns:a16="http://schemas.microsoft.com/office/drawing/2014/main" id="{1530F77B-5E48-02FE-E766-6083B717816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white">
          <a:xfrm>
            <a:off x="326571" y="6635496"/>
            <a:ext cx="1411336" cy="984504"/>
          </a:xfrm>
        </p:spPr>
        <p:txBody>
          <a:bodyPr/>
          <a:lstStyle/>
          <a:p>
            <a:pPr algn="l"/>
            <a:r>
              <a:rPr lang="en-IN" sz="2400" dirty="0"/>
              <a:t>Date:</a:t>
            </a:r>
          </a:p>
          <a:p>
            <a:pPr algn="l"/>
            <a:endParaRPr lang="en-IN" sz="800" dirty="0"/>
          </a:p>
          <a:p>
            <a:pPr algn="l"/>
            <a:endParaRPr lang="en-IN" sz="200" dirty="0"/>
          </a:p>
          <a:p>
            <a:pPr algn="l"/>
            <a:r>
              <a:rPr lang="en-IN" sz="2400" dirty="0"/>
              <a:t>Venue: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354" name="Text Placeholder 353">
            <a:extLst>
              <a:ext uri="{FF2B5EF4-FFF2-40B4-BE49-F238E27FC236}">
                <a16:creationId xmlns:a16="http://schemas.microsoft.com/office/drawing/2014/main" id="{57CD51C9-F9D2-312F-FEC7-BDA42DAD98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white">
          <a:xfrm>
            <a:off x="1517904" y="6635491"/>
            <a:ext cx="2278417" cy="978445"/>
          </a:xfrm>
        </p:spPr>
        <p:txBody>
          <a:bodyPr/>
          <a:lstStyle/>
          <a:p>
            <a:pPr lvl="0"/>
            <a:endParaRPr lang="en-IN" sz="100" b="1" dirty="0"/>
          </a:p>
          <a:p>
            <a:pPr lvl="0"/>
            <a:r>
              <a:rPr lang="en-IN" sz="1400" b="1" dirty="0"/>
              <a:t>March 15–16, 2025</a:t>
            </a:r>
            <a:endParaRPr lang="en-US" sz="1400" b="1" dirty="0"/>
          </a:p>
          <a:p>
            <a:pPr lvl="0"/>
            <a:endParaRPr lang="en-US" b="1" dirty="0"/>
          </a:p>
          <a:p>
            <a:pPr algn="just"/>
            <a:r>
              <a:rPr lang="en-US" sz="1400" b="1" dirty="0"/>
              <a:t>Faculty of Science </a:t>
            </a:r>
          </a:p>
          <a:p>
            <a:pPr algn="just"/>
            <a:r>
              <a:rPr lang="en-US" sz="1400" b="1" dirty="0"/>
              <a:t>(CS&amp;IT Department)</a:t>
            </a:r>
          </a:p>
        </p:txBody>
      </p:sp>
      <p:sp>
        <p:nvSpPr>
          <p:cNvPr id="321" name="Text Placeholder 320">
            <a:extLst>
              <a:ext uri="{FF2B5EF4-FFF2-40B4-BE49-F238E27FC236}">
                <a16:creationId xmlns:a16="http://schemas.microsoft.com/office/drawing/2014/main" id="{AD40547A-31D0-69A0-EA70-FB42BB0AA65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white">
          <a:xfrm>
            <a:off x="326571" y="7694022"/>
            <a:ext cx="3400336" cy="333603"/>
          </a:xfrm>
        </p:spPr>
        <p:txBody>
          <a:bodyPr/>
          <a:lstStyle/>
          <a:p>
            <a:pPr algn="l"/>
            <a:r>
              <a:rPr lang="en-IN" sz="2000" b="1" dirty="0"/>
              <a:t>Registration Info</a:t>
            </a:r>
            <a:r>
              <a:rPr lang="en-IN" sz="2000" dirty="0"/>
              <a:t> </a:t>
            </a:r>
            <a:endParaRPr lang="en-US" sz="4000" dirty="0"/>
          </a:p>
        </p:txBody>
      </p:sp>
      <p:sp>
        <p:nvSpPr>
          <p:cNvPr id="355" name="Text Placeholder 354">
            <a:extLst>
              <a:ext uri="{FF2B5EF4-FFF2-40B4-BE49-F238E27FC236}">
                <a16:creationId xmlns:a16="http://schemas.microsoft.com/office/drawing/2014/main" id="{ECF58BCA-FAE2-4CDE-7B90-191769C0EFE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white">
          <a:xfrm>
            <a:off x="365760" y="8020594"/>
            <a:ext cx="3796323" cy="391886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Email</a:t>
            </a:r>
            <a:r>
              <a:rPr lang="fr-FR" sz="1600" dirty="0">
                <a:solidFill>
                  <a:schemeClr val="tx1"/>
                </a:solidFill>
              </a:rPr>
              <a:t>: </a:t>
            </a:r>
            <a:r>
              <a:rPr lang="fr-FR" sz="1600" b="1" dirty="0"/>
              <a:t>csit.techfest@amu.ac.in</a:t>
            </a:r>
            <a:endParaRPr lang="en-US" sz="800" b="1" dirty="0"/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758ECC16-7066-CF55-67A2-A355B5DFD3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96322" y="4221596"/>
            <a:ext cx="3061678" cy="1048396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Why Join    </a:t>
            </a:r>
            <a:r>
              <a:rPr lang="en-IN" sz="3200" dirty="0"/>
              <a:t>T</a:t>
            </a:r>
            <a:r>
              <a:rPr lang="en-IN" sz="3200" cap="none" dirty="0"/>
              <a:t>ech</a:t>
            </a:r>
            <a:r>
              <a:rPr lang="en-IN" sz="3200" dirty="0"/>
              <a:t>F</a:t>
            </a:r>
            <a:r>
              <a:rPr lang="en-IN" sz="3200" cap="none" dirty="0"/>
              <a:t>est</a:t>
            </a:r>
            <a:r>
              <a:rPr lang="en-IN" sz="3200" dirty="0"/>
              <a:t>?</a:t>
            </a:r>
            <a:endParaRPr lang="en-US" noProof="0" dirty="0"/>
          </a:p>
        </p:txBody>
      </p: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64EFED9-B2FF-4C78-D82C-AFCFF065D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46" y="5269511"/>
            <a:ext cx="317773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FA5FD159-B719-E99C-253B-F9B260EFF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46" y="4213016"/>
            <a:ext cx="317773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56E8A78F-56C4-1345-111A-5FC1B76EAD20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3"/>
          <a:srcRect t="12343" b="12343"/>
          <a:stretch>
            <a:fillRect/>
          </a:stretch>
        </p:blipFill>
        <p:spPr>
          <a:xfrm>
            <a:off x="4455271" y="2123463"/>
            <a:ext cx="1986311" cy="1882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A73A0C1B-DF30-BFEA-B9BB-A45D20861F3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95075" y="1328072"/>
            <a:ext cx="49498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000" dirty="0"/>
              <a:t>✔ </a:t>
            </a:r>
            <a:r>
              <a:rPr lang="en-IN" sz="1000" b="1" dirty="0"/>
              <a:t>Hackathon</a:t>
            </a:r>
            <a:r>
              <a:rPr lang="en-IN" sz="1000" dirty="0"/>
              <a:t> – 24-hour coding &amp; problem-solving challenge</a:t>
            </a:r>
            <a:br>
              <a:rPr lang="en-IN" sz="1000" dirty="0"/>
            </a:br>
            <a:r>
              <a:rPr lang="en-IN" sz="1000" dirty="0"/>
              <a:t>✔ </a:t>
            </a:r>
            <a:r>
              <a:rPr lang="en-IN" sz="1000" b="1" dirty="0"/>
              <a:t>Workshops</a:t>
            </a:r>
            <a:r>
              <a:rPr lang="en-IN" sz="1000" dirty="0"/>
              <a:t> – AI, Machine Learning, Cybersecurity, Web &amp; App Development</a:t>
            </a:r>
            <a:br>
              <a:rPr lang="en-IN" sz="1000" dirty="0"/>
            </a:br>
            <a:r>
              <a:rPr lang="en-IN" sz="1000" dirty="0"/>
              <a:t>✔ </a:t>
            </a:r>
            <a:r>
              <a:rPr lang="en-IN" sz="1000" b="1" dirty="0"/>
              <a:t>Coding Contest</a:t>
            </a:r>
            <a:r>
              <a:rPr lang="en-IN" sz="1000" dirty="0"/>
              <a:t> – Competitive programming &amp; debugging rounds</a:t>
            </a:r>
            <a:br>
              <a:rPr lang="en-IN" sz="1000" dirty="0"/>
            </a:br>
            <a:r>
              <a:rPr lang="en-IN" sz="1000" dirty="0"/>
              <a:t>✔ </a:t>
            </a:r>
            <a:r>
              <a:rPr lang="en-IN" sz="1000" b="1" dirty="0"/>
              <a:t>Tech Talks</a:t>
            </a:r>
            <a:r>
              <a:rPr lang="en-IN" sz="1000" dirty="0"/>
              <a:t> – Panel discussions with industry experts &amp; alumni</a:t>
            </a:r>
            <a:br>
              <a:rPr lang="en-IN" sz="1000" dirty="0"/>
            </a:br>
            <a:r>
              <a:rPr lang="en-IN" sz="1000" dirty="0"/>
              <a:t>✔ </a:t>
            </a:r>
            <a:r>
              <a:rPr lang="en-IN" sz="1000" b="1" dirty="0"/>
              <a:t>Project Expo</a:t>
            </a:r>
            <a:r>
              <a:rPr lang="en-IN" sz="1000" dirty="0"/>
              <a:t> – Showcase innovative student projects &amp; research</a:t>
            </a:r>
            <a:br>
              <a:rPr lang="en-IN" sz="1000" dirty="0"/>
            </a:br>
            <a:r>
              <a:rPr lang="en-IN" sz="1000" dirty="0"/>
              <a:t>✔ </a:t>
            </a:r>
            <a:r>
              <a:rPr lang="en-IN" sz="1000" b="1" dirty="0"/>
              <a:t>Quiz &amp; Puzzles</a:t>
            </a:r>
            <a:r>
              <a:rPr lang="en-IN" sz="1000" dirty="0"/>
              <a:t> – Tech quiz, riddles, and brain teasers</a:t>
            </a:r>
            <a:endParaRPr lang="en-US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9CFD8-1426-0D5A-CED3-430C78E24C50}"/>
              </a:ext>
            </a:extLst>
          </p:cNvPr>
          <p:cNvSpPr txBox="1"/>
          <p:nvPr/>
        </p:nvSpPr>
        <p:spPr>
          <a:xfrm>
            <a:off x="4072094" y="5689877"/>
            <a:ext cx="8526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Hack               </a:t>
            </a:r>
            <a:endParaRPr lang="en-US" sz="1600" i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24F3B-D892-14AF-B147-F50DE8D883E7}"/>
              </a:ext>
            </a:extLst>
          </p:cNvPr>
          <p:cNvSpPr txBox="1"/>
          <p:nvPr/>
        </p:nvSpPr>
        <p:spPr>
          <a:xfrm>
            <a:off x="4098218" y="7097883"/>
            <a:ext cx="1188718" cy="59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Showcase Ideas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186AA-17BB-6594-4604-2C5C99E649AC}"/>
              </a:ext>
            </a:extLst>
          </p:cNvPr>
          <p:cNvSpPr txBox="1"/>
          <p:nvPr/>
        </p:nvSpPr>
        <p:spPr>
          <a:xfrm>
            <a:off x="4108022" y="8234355"/>
            <a:ext cx="1531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Win Recognition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684D6E-61AA-7B46-5C87-AEAA0DDADDEA}"/>
              </a:ext>
            </a:extLst>
          </p:cNvPr>
          <p:cNvSpPr txBox="1"/>
          <p:nvPr/>
        </p:nvSpPr>
        <p:spPr>
          <a:xfrm>
            <a:off x="5544940" y="7124005"/>
            <a:ext cx="1309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Hear from Experts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C6A89C-D803-2EE7-C6EC-5EBDA7809289}"/>
              </a:ext>
            </a:extLst>
          </p:cNvPr>
          <p:cNvSpPr txBox="1"/>
          <p:nvPr/>
        </p:nvSpPr>
        <p:spPr>
          <a:xfrm>
            <a:off x="5525598" y="8234354"/>
            <a:ext cx="1673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Network &amp; Grow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572FD-141F-43E0-2704-D217E65DE733}"/>
              </a:ext>
            </a:extLst>
          </p:cNvPr>
          <p:cNvSpPr txBox="1"/>
          <p:nvPr/>
        </p:nvSpPr>
        <p:spPr>
          <a:xfrm>
            <a:off x="5512526" y="5904412"/>
            <a:ext cx="1045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Create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C4ABB8-40FA-8423-7C2A-E773DFB4AF1C}"/>
              </a:ext>
            </a:extLst>
          </p:cNvPr>
          <p:cNvSpPr txBox="1"/>
          <p:nvPr/>
        </p:nvSpPr>
        <p:spPr>
          <a:xfrm>
            <a:off x="303709" y="8391108"/>
            <a:ext cx="3742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/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Contact: </a:t>
            </a:r>
            <a:r>
              <a:rPr lang="en-IN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+91-XXXXXXXXXX</a:t>
            </a:r>
          </a:p>
        </p:txBody>
      </p:sp>
      <p:sp>
        <p:nvSpPr>
          <p:cNvPr id="29" name="Text Placeholder 164">
            <a:extLst>
              <a:ext uri="{FF2B5EF4-FFF2-40B4-BE49-F238E27FC236}">
                <a16:creationId xmlns:a16="http://schemas.microsoft.com/office/drawing/2014/main" id="{088FF55B-DDE1-71C7-D3B3-39195DF20610}"/>
              </a:ext>
            </a:extLst>
          </p:cNvPr>
          <p:cNvSpPr txBox="1">
            <a:spLocks/>
          </p:cNvSpPr>
          <p:nvPr/>
        </p:nvSpPr>
        <p:spPr>
          <a:xfrm>
            <a:off x="835163" y="3459211"/>
            <a:ext cx="3932777" cy="348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1" kern="1200" cap="all" baseline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“Code • Create • Collaborate”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3EE4224-B3A6-66C2-0E87-BB89A67577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74"/>
          <a:stretch/>
        </p:blipFill>
        <p:spPr>
          <a:xfrm>
            <a:off x="5709086" y="741004"/>
            <a:ext cx="801947" cy="780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841CE8-734D-4EA0-7E45-EE7F0025186A}"/>
              </a:ext>
            </a:extLst>
          </p:cNvPr>
          <p:cNvSpPr txBox="1"/>
          <p:nvPr/>
        </p:nvSpPr>
        <p:spPr>
          <a:xfrm>
            <a:off x="1" y="263436"/>
            <a:ext cx="6776720" cy="657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lnSpc>
                <a:spcPct val="120000"/>
              </a:lnSpc>
              <a:spcBef>
                <a:spcPts val="750"/>
              </a:spcBef>
            </a:pPr>
            <a:r>
              <a:rPr lang="en-US" sz="1600" b="1" cap="all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“Step into the Future with TechFest 2025 – Join Your Department’s Biggest Celebration!”</a:t>
            </a:r>
            <a:endParaRPr lang="en-IN" sz="1600" b="1" cap="all" dirty="0">
              <a:solidFill>
                <a:schemeClr val="bg1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9295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CC07AAD-7859-43FE-BF25-AB81A454B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7C4B77-3A1B-4C51-AE4D-C2E8180C4F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09472-F779-4CD4-922E-1E5A9248805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202</Words>
  <Application>Microsoft Office PowerPoint</Application>
  <PresentationFormat>On-screen Show (4:3)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Bookman Old Style</vt:lpstr>
      <vt:lpstr>Calibri</vt:lpstr>
      <vt:lpstr>Rockwell</vt:lpstr>
      <vt:lpstr>Source Sans Pro</vt:lpstr>
      <vt:lpstr>Damask</vt:lpstr>
      <vt:lpstr>TechFest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TehFest</dc:title>
  <dc:creator>Sumaniya sheikh</dc:creator>
  <cp:lastModifiedBy>Sumaniya sheikh</cp:lastModifiedBy>
  <cp:revision>29</cp:revision>
  <dcterms:created xsi:type="dcterms:W3CDTF">2025-08-17T09:43:41Z</dcterms:created>
  <dcterms:modified xsi:type="dcterms:W3CDTF">2025-08-18T15:00:17Z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