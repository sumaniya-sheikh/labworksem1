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4"/>
    <p:sldMasterId id="2147483690" r:id="rId5"/>
    <p:sldMasterId id="2147483702" r:id="rId6"/>
  </p:sldMasterIdLst>
  <p:notesMasterIdLst>
    <p:notesMasterId r:id="rId8"/>
  </p:notesMasterIdLst>
  <p:handoutMasterIdLst>
    <p:handoutMasterId r:id="rId9"/>
  </p:handoutMasterIdLst>
  <p:sldIdLst>
    <p:sldId id="269" r:id="rId7"/>
  </p:sldIdLst>
  <p:sldSz cx="164592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6602"/>
    <a:srgbClr val="025F03"/>
    <a:srgbClr val="353F49"/>
    <a:srgbClr val="7189A6"/>
    <a:srgbClr val="708194"/>
    <a:srgbClr val="4A4C50"/>
    <a:srgbClr val="FFFFFF"/>
    <a:srgbClr val="100974"/>
    <a:srgbClr val="43265F"/>
    <a:srgbClr val="043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030" autoAdjust="0"/>
  </p:normalViewPr>
  <p:slideViewPr>
    <p:cSldViewPr snapToGrid="0" snapToObjects="1">
      <p:cViewPr varScale="1">
        <p:scale>
          <a:sx n="23" d="100"/>
          <a:sy n="23" d="100"/>
        </p:scale>
        <p:origin x="2376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CDDC43-B705-3190-E75C-F5FD21476F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38EA2-5077-6A52-EA59-B0DD9AA978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C83EC-9EDE-49FB-9644-345A69FC8C77}" type="datetimeFigureOut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3D631-825F-9284-A1AC-014BDFA92D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C0F27-3C8F-335C-3E70-69BA0F16B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9B5DF-5E71-4548-9316-132648EEEE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66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28FF4-775F-49E4-8007-151917D5F642}" type="datetimeFigureOut">
              <a:rPr lang="en-US" smtClean="0"/>
              <a:t>8/26/2025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A8E05-5AD4-4489-A2F5-DFC1B8FA7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60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8E05-5AD4-4489-A2F5-DFC1B8FA79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1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W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59B601-4EEF-084D-B108-0C2DBBCBA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78235" y="11034655"/>
            <a:ext cx="5376672" cy="5376672"/>
          </a:xfrm>
          <a:prstGeom prst="rect">
            <a:avLst/>
          </a:prstGeom>
          <a:pattFill prst="lg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" panose="020B050302020202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15F07FD-016F-CC4F-A72A-3473FCAAF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57944" y="5502535"/>
            <a:ext cx="5376672" cy="5376672"/>
          </a:xfrm>
          <a:custGeom>
            <a:avLst/>
            <a:gdLst>
              <a:gd name="connsiteX0" fmla="*/ 0 w 10919012"/>
              <a:gd name="connsiteY0" fmla="*/ 0 h 5378824"/>
              <a:gd name="connsiteX1" fmla="*/ 5540188 w 10919012"/>
              <a:gd name="connsiteY1" fmla="*/ 0 h 5378824"/>
              <a:gd name="connsiteX2" fmla="*/ 6762648 w 10919012"/>
              <a:gd name="connsiteY2" fmla="*/ 0 h 5378824"/>
              <a:gd name="connsiteX3" fmla="*/ 10919012 w 10919012"/>
              <a:gd name="connsiteY3" fmla="*/ 0 h 5378824"/>
              <a:gd name="connsiteX4" fmla="*/ 10919012 w 10919012"/>
              <a:gd name="connsiteY4" fmla="*/ 5378824 h 5378824"/>
              <a:gd name="connsiteX5" fmla="*/ 6762648 w 10919012"/>
              <a:gd name="connsiteY5" fmla="*/ 5378824 h 5378824"/>
              <a:gd name="connsiteX6" fmla="*/ 5540188 w 10919012"/>
              <a:gd name="connsiteY6" fmla="*/ 5378824 h 5378824"/>
              <a:gd name="connsiteX7" fmla="*/ 0 w 10919012"/>
              <a:gd name="connsiteY7" fmla="*/ 5378824 h 5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9012" h="5378824">
                <a:moveTo>
                  <a:pt x="0" y="0"/>
                </a:moveTo>
                <a:lnTo>
                  <a:pt x="5540188" y="0"/>
                </a:lnTo>
                <a:lnTo>
                  <a:pt x="6762648" y="0"/>
                </a:lnTo>
                <a:lnTo>
                  <a:pt x="10919012" y="0"/>
                </a:lnTo>
                <a:lnTo>
                  <a:pt x="10919012" y="5378824"/>
                </a:lnTo>
                <a:lnTo>
                  <a:pt x="6762648" y="5378824"/>
                </a:lnTo>
                <a:lnTo>
                  <a:pt x="5540188" y="5378824"/>
                </a:lnTo>
                <a:lnTo>
                  <a:pt x="0" y="5378824"/>
                </a:lnTo>
                <a:close/>
              </a:path>
            </a:pathLst>
          </a:custGeom>
          <a:pattFill prst="wdDn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" panose="020B05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A523D-8193-1048-AE42-0246F1555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6152" y="16568928"/>
            <a:ext cx="5376672" cy="5376672"/>
          </a:xfrm>
          <a:prstGeom prst="rect">
            <a:avLst/>
          </a:prstGeom>
          <a:pattFill prst="dash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" panose="020B0503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06921-E41C-44B5-9721-04B98BC66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76844"/>
            <a:ext cx="16530209" cy="4645154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2000" b="1" i="0" cap="all" baseline="0"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Event Name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C37A3D4-56C5-9D43-AF7C-D08083EAE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502535"/>
            <a:ext cx="5376672" cy="5376672"/>
          </a:xfrm>
          <a:solidFill>
            <a:schemeClr val="accent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5" name="Text Placeholder 61">
            <a:extLst>
              <a:ext uri="{FF2B5EF4-FFF2-40B4-BE49-F238E27FC236}">
                <a16:creationId xmlns:a16="http://schemas.microsoft.com/office/drawing/2014/main" id="{6D359BFB-BF68-454E-AD8C-E4FCC9F882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7863" y="11034655"/>
            <a:ext cx="5376672" cy="5376672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5647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469EA197-4591-6B41-9984-87979DB13F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5721" y="16568928"/>
            <a:ext cx="5376672" cy="5376672"/>
          </a:xfrm>
          <a:solidFill>
            <a:schemeClr val="accent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2290536B-3DB9-2C46-A2F3-B6D05B8494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15186" y="11034655"/>
            <a:ext cx="5376672" cy="5376672"/>
          </a:xfrm>
          <a:solidFill>
            <a:schemeClr val="accent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3" name="Text Placeholder 61">
            <a:extLst>
              <a:ext uri="{FF2B5EF4-FFF2-40B4-BE49-F238E27FC236}">
                <a16:creationId xmlns:a16="http://schemas.microsoft.com/office/drawing/2014/main" id="{2FA31BCE-D257-9245-80DF-77DCD1EF0D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153537" y="5502535"/>
            <a:ext cx="5376672" cy="5376672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5647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Text Placeholder 61">
            <a:extLst>
              <a:ext uri="{FF2B5EF4-FFF2-40B4-BE49-F238E27FC236}">
                <a16:creationId xmlns:a16="http://schemas.microsoft.com/office/drawing/2014/main" id="{5870BC71-472D-3B43-AAD3-57FDC5B8C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18026" y="16568928"/>
            <a:ext cx="5376672" cy="5376672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5647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51515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W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A3777-21A9-A345-AD34-8AC9CE05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6364" y="0"/>
            <a:ext cx="12302836" cy="1463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45E51F-0911-6440-B471-453A8AEF0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130270"/>
            <a:ext cx="12302836" cy="67621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AF963-37DD-9847-BA11-8AF5633A0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970666"/>
            <a:ext cx="12302836" cy="16914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BE003D-391F-F34B-9F23-77F57463B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775506"/>
            <a:ext cx="12302836" cy="17073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41C86-25A6-44A2-9335-B9039BB37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527" y="11068697"/>
            <a:ext cx="11582745" cy="551093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22200" b="1" i="0" cap="all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Event Name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9B90519-7D44-4C45-B7E4-B95830A3C8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9025" y="1060450"/>
            <a:ext cx="14281150" cy="800893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4" name="Text Placeholder 61">
            <a:extLst>
              <a:ext uri="{FF2B5EF4-FFF2-40B4-BE49-F238E27FC236}">
                <a16:creationId xmlns:a16="http://schemas.microsoft.com/office/drawing/2014/main" id="{9FA4BD2A-5EDB-634E-BAF6-6A42642E03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527" y="17345501"/>
            <a:ext cx="11624309" cy="1091311"/>
          </a:xfrm>
        </p:spPr>
        <p:txBody>
          <a:bodyPr anchor="ctr">
            <a:noAutofit/>
          </a:bodyPr>
          <a:lstStyle>
            <a:lvl1pPr marL="0" indent="0" algn="l">
              <a:buNone/>
              <a:defRPr sz="88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 goes Here</a:t>
            </a: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65D33132-B66F-AB4E-96AA-F17263DBC2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8527" y="19235266"/>
            <a:ext cx="11624309" cy="1091311"/>
          </a:xfrm>
        </p:spPr>
        <p:txBody>
          <a:bodyPr anchor="ctr">
            <a:noAutofit/>
          </a:bodyPr>
          <a:lstStyle>
            <a:lvl1pPr marL="0" indent="0" algn="l">
              <a:buNone/>
              <a:defRPr sz="6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TIME  |  LOCATION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EE923E-F5B6-604B-85BD-47ED8BCEB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-41563" y="21143120"/>
            <a:ext cx="12302836" cy="2493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953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W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63762E2F-1E17-1845-9923-FFE188BB5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66900"/>
            <a:ext cx="10680141" cy="1207008"/>
          </a:xfrm>
          <a:custGeom>
            <a:avLst/>
            <a:gdLst>
              <a:gd name="connsiteX0" fmla="*/ 0 w 10680141"/>
              <a:gd name="connsiteY0" fmla="*/ 0 h 1207008"/>
              <a:gd name="connsiteX1" fmla="*/ 10680142 w 10680141"/>
              <a:gd name="connsiteY1" fmla="*/ 0 h 1207008"/>
              <a:gd name="connsiteX2" fmla="*/ 10680142 w 10680141"/>
              <a:gd name="connsiteY2" fmla="*/ 1207008 h 1207008"/>
              <a:gd name="connsiteX3" fmla="*/ 0 w 10680141"/>
              <a:gd name="connsiteY3" fmla="*/ 1207008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80141" h="1207008">
                <a:moveTo>
                  <a:pt x="0" y="0"/>
                </a:moveTo>
                <a:lnTo>
                  <a:pt x="10680142" y="0"/>
                </a:lnTo>
                <a:lnTo>
                  <a:pt x="10680142" y="1207008"/>
                </a:lnTo>
                <a:lnTo>
                  <a:pt x="0" y="1207008"/>
                </a:lnTo>
                <a:close/>
              </a:path>
            </a:pathLst>
          </a:custGeom>
          <a:solidFill>
            <a:schemeClr val="accent2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3A79DCD-E7B3-8544-9204-00B4BE31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198711"/>
            <a:ext cx="16459200" cy="8746889"/>
          </a:xfrm>
          <a:custGeom>
            <a:avLst/>
            <a:gdLst>
              <a:gd name="connsiteX0" fmla="*/ 0 w 16406947"/>
              <a:gd name="connsiteY0" fmla="*/ 0 h 8746889"/>
              <a:gd name="connsiteX1" fmla="*/ 16406948 w 16406947"/>
              <a:gd name="connsiteY1" fmla="*/ 0 h 8746889"/>
              <a:gd name="connsiteX2" fmla="*/ 16406948 w 16406947"/>
              <a:gd name="connsiteY2" fmla="*/ 8746889 h 8746889"/>
              <a:gd name="connsiteX3" fmla="*/ 0 w 16406947"/>
              <a:gd name="connsiteY3" fmla="*/ 8746889 h 874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06947" h="8746889">
                <a:moveTo>
                  <a:pt x="0" y="0"/>
                </a:moveTo>
                <a:lnTo>
                  <a:pt x="16406948" y="0"/>
                </a:lnTo>
                <a:lnTo>
                  <a:pt x="16406948" y="8746889"/>
                </a:lnTo>
                <a:lnTo>
                  <a:pt x="0" y="8746889"/>
                </a:lnTo>
                <a:close/>
              </a:path>
            </a:pathLst>
          </a:custGeom>
          <a:solidFill>
            <a:schemeClr val="tx1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24B16D9-AFA3-9548-AA07-A21037BC7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98816" y="4312266"/>
            <a:ext cx="7461254" cy="313508"/>
          </a:xfrm>
          <a:custGeom>
            <a:avLst/>
            <a:gdLst>
              <a:gd name="connsiteX0" fmla="*/ 0 w 7461254"/>
              <a:gd name="connsiteY0" fmla="*/ 0 h 313508"/>
              <a:gd name="connsiteX1" fmla="*/ 7461255 w 7461254"/>
              <a:gd name="connsiteY1" fmla="*/ 0 h 313508"/>
              <a:gd name="connsiteX2" fmla="*/ 7461255 w 7461254"/>
              <a:gd name="connsiteY2" fmla="*/ 313509 h 313508"/>
              <a:gd name="connsiteX3" fmla="*/ 0 w 7461254"/>
              <a:gd name="connsiteY3" fmla="*/ 313509 h 31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1254" h="313508">
                <a:moveTo>
                  <a:pt x="0" y="0"/>
                </a:moveTo>
                <a:lnTo>
                  <a:pt x="7461255" y="0"/>
                </a:lnTo>
                <a:lnTo>
                  <a:pt x="7461255" y="313509"/>
                </a:lnTo>
                <a:lnTo>
                  <a:pt x="0" y="313509"/>
                </a:lnTo>
                <a:close/>
              </a:path>
            </a:pathLst>
          </a:custGeom>
          <a:solidFill>
            <a:srgbClr val="282D2F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267C451-A323-394A-B5C4-46F55CECE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5363" y="11190734"/>
            <a:ext cx="1031293" cy="1034578"/>
          </a:xfrm>
          <a:custGeom>
            <a:avLst/>
            <a:gdLst>
              <a:gd name="connsiteX0" fmla="*/ 0 w 1031293"/>
              <a:gd name="connsiteY0" fmla="*/ 0 h 1034578"/>
              <a:gd name="connsiteX1" fmla="*/ 1031294 w 1031293"/>
              <a:gd name="connsiteY1" fmla="*/ 0 h 1034578"/>
              <a:gd name="connsiteX2" fmla="*/ 1031294 w 1031293"/>
              <a:gd name="connsiteY2" fmla="*/ 1034578 h 1034578"/>
              <a:gd name="connsiteX3" fmla="*/ 0 w 1031293"/>
              <a:gd name="connsiteY3" fmla="*/ 1034578 h 103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293" h="1034578">
                <a:moveTo>
                  <a:pt x="0" y="0"/>
                </a:moveTo>
                <a:lnTo>
                  <a:pt x="1031294" y="0"/>
                </a:lnTo>
                <a:lnTo>
                  <a:pt x="1031294" y="1034578"/>
                </a:lnTo>
                <a:lnTo>
                  <a:pt x="0" y="1034578"/>
                </a:lnTo>
                <a:close/>
              </a:path>
            </a:pathLst>
          </a:custGeom>
          <a:solidFill>
            <a:srgbClr val="282D2F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35B0C11-7DF0-B94C-8191-204DAFB36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067005" y="5360581"/>
            <a:ext cx="1515689" cy="1520516"/>
          </a:xfrm>
          <a:custGeom>
            <a:avLst/>
            <a:gdLst>
              <a:gd name="connsiteX0" fmla="*/ 0 w 1515689"/>
              <a:gd name="connsiteY0" fmla="*/ 0 h 1520516"/>
              <a:gd name="connsiteX1" fmla="*/ 1515689 w 1515689"/>
              <a:gd name="connsiteY1" fmla="*/ 0 h 1520516"/>
              <a:gd name="connsiteX2" fmla="*/ 1515689 w 1515689"/>
              <a:gd name="connsiteY2" fmla="*/ 1520517 h 1520516"/>
              <a:gd name="connsiteX3" fmla="*/ 0 w 1515689"/>
              <a:gd name="connsiteY3" fmla="*/ 1520517 h 152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5689" h="1520516">
                <a:moveTo>
                  <a:pt x="0" y="0"/>
                </a:moveTo>
                <a:lnTo>
                  <a:pt x="1515689" y="0"/>
                </a:lnTo>
                <a:lnTo>
                  <a:pt x="1515689" y="1520517"/>
                </a:lnTo>
                <a:lnTo>
                  <a:pt x="0" y="1520517"/>
                </a:lnTo>
                <a:close/>
              </a:path>
            </a:pathLst>
          </a:custGeom>
          <a:solidFill>
            <a:srgbClr val="282D2F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68D0D34-F92B-924A-93D4-467803A3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7468" y="4053622"/>
            <a:ext cx="222665" cy="235131"/>
          </a:xfrm>
          <a:custGeom>
            <a:avLst/>
            <a:gdLst>
              <a:gd name="connsiteX0" fmla="*/ 111333 w 222665"/>
              <a:gd name="connsiteY0" fmla="*/ 235131 h 235131"/>
              <a:gd name="connsiteX1" fmla="*/ 111333 w 222665"/>
              <a:gd name="connsiteY1" fmla="*/ 0 h 235131"/>
              <a:gd name="connsiteX2" fmla="*/ 111333 w 222665"/>
              <a:gd name="connsiteY2" fmla="*/ 235131 h 235131"/>
              <a:gd name="connsiteX3" fmla="*/ 111333 w 222665"/>
              <a:gd name="connsiteY3" fmla="*/ 235131 h 23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65" h="235131">
                <a:moveTo>
                  <a:pt x="111333" y="235131"/>
                </a:moveTo>
                <a:cubicBezTo>
                  <a:pt x="259777" y="235131"/>
                  <a:pt x="259777" y="0"/>
                  <a:pt x="111333" y="0"/>
                </a:cubicBezTo>
                <a:cubicBezTo>
                  <a:pt x="-37111" y="0"/>
                  <a:pt x="-37111" y="235131"/>
                  <a:pt x="111333" y="235131"/>
                </a:cubicBezTo>
                <a:lnTo>
                  <a:pt x="111333" y="235131"/>
                </a:lnTo>
                <a:close/>
              </a:path>
            </a:pathLst>
          </a:custGeom>
          <a:solidFill>
            <a:srgbClr val="282D2F"/>
          </a:solidFill>
          <a:ln w="781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3" name="Graphic 2">
            <a:extLst>
              <a:ext uri="{FF2B5EF4-FFF2-40B4-BE49-F238E27FC236}">
                <a16:creationId xmlns:a16="http://schemas.microsoft.com/office/drawing/2014/main" id="{53576AED-8F0E-5549-850E-622DF551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43527" y="3424666"/>
            <a:ext cx="222665" cy="1935915"/>
            <a:chOff x="3943527" y="5133702"/>
            <a:chExt cx="222665" cy="1935915"/>
          </a:xfrm>
          <a:solidFill>
            <a:srgbClr val="282D2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807CDC-2B79-004B-B7B5-85DAEB003BCA}"/>
                </a:ext>
              </a:extLst>
            </p:cNvPr>
            <p:cNvSpPr/>
            <p:nvPr/>
          </p:nvSpPr>
          <p:spPr>
            <a:xfrm>
              <a:off x="3943527" y="6834486"/>
              <a:ext cx="222665" cy="235131"/>
            </a:xfrm>
            <a:custGeom>
              <a:avLst/>
              <a:gdLst>
                <a:gd name="connsiteX0" fmla="*/ 111333 w 222665"/>
                <a:gd name="connsiteY0" fmla="*/ 235131 h 235131"/>
                <a:gd name="connsiteX1" fmla="*/ 111333 w 222665"/>
                <a:gd name="connsiteY1" fmla="*/ 0 h 235131"/>
                <a:gd name="connsiteX2" fmla="*/ 111333 w 222665"/>
                <a:gd name="connsiteY2" fmla="*/ 235131 h 235131"/>
                <a:gd name="connsiteX3" fmla="*/ 111333 w 22266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665" h="235131">
                  <a:moveTo>
                    <a:pt x="111333" y="235131"/>
                  </a:moveTo>
                  <a:cubicBezTo>
                    <a:pt x="259777" y="235131"/>
                    <a:pt x="259777" y="0"/>
                    <a:pt x="111333" y="0"/>
                  </a:cubicBezTo>
                  <a:cubicBezTo>
                    <a:pt x="-37111" y="0"/>
                    <a:pt x="-37111" y="235131"/>
                    <a:pt x="111333" y="235131"/>
                  </a:cubicBezTo>
                  <a:lnTo>
                    <a:pt x="111333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20C3331-D7A7-4640-8B79-0FA003762DF8}"/>
                </a:ext>
              </a:extLst>
            </p:cNvPr>
            <p:cNvSpPr/>
            <p:nvPr/>
          </p:nvSpPr>
          <p:spPr>
            <a:xfrm>
              <a:off x="3943527" y="5988013"/>
              <a:ext cx="222665" cy="235131"/>
            </a:xfrm>
            <a:custGeom>
              <a:avLst/>
              <a:gdLst>
                <a:gd name="connsiteX0" fmla="*/ 111333 w 222665"/>
                <a:gd name="connsiteY0" fmla="*/ 235131 h 235131"/>
                <a:gd name="connsiteX1" fmla="*/ 111333 w 222665"/>
                <a:gd name="connsiteY1" fmla="*/ 0 h 235131"/>
                <a:gd name="connsiteX2" fmla="*/ 111333 w 222665"/>
                <a:gd name="connsiteY2" fmla="*/ 235131 h 235131"/>
                <a:gd name="connsiteX3" fmla="*/ 111333 w 22266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665" h="235131">
                  <a:moveTo>
                    <a:pt x="111333" y="235131"/>
                  </a:moveTo>
                  <a:cubicBezTo>
                    <a:pt x="259777" y="235131"/>
                    <a:pt x="259777" y="0"/>
                    <a:pt x="111333" y="0"/>
                  </a:cubicBezTo>
                  <a:cubicBezTo>
                    <a:pt x="-37111" y="0"/>
                    <a:pt x="-37111" y="235131"/>
                    <a:pt x="111333" y="235131"/>
                  </a:cubicBezTo>
                  <a:lnTo>
                    <a:pt x="111333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EB9321E-E7FD-284E-8899-D502B941BB25}"/>
                </a:ext>
              </a:extLst>
            </p:cNvPr>
            <p:cNvSpPr/>
            <p:nvPr/>
          </p:nvSpPr>
          <p:spPr>
            <a:xfrm>
              <a:off x="3943527" y="5133702"/>
              <a:ext cx="222665" cy="235131"/>
            </a:xfrm>
            <a:custGeom>
              <a:avLst/>
              <a:gdLst>
                <a:gd name="connsiteX0" fmla="*/ 111333 w 222665"/>
                <a:gd name="connsiteY0" fmla="*/ 235131 h 235131"/>
                <a:gd name="connsiteX1" fmla="*/ 111333 w 222665"/>
                <a:gd name="connsiteY1" fmla="*/ 0 h 235131"/>
                <a:gd name="connsiteX2" fmla="*/ 111333 w 222665"/>
                <a:gd name="connsiteY2" fmla="*/ 235131 h 235131"/>
                <a:gd name="connsiteX3" fmla="*/ 111333 w 22266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665" h="235131">
                  <a:moveTo>
                    <a:pt x="111333" y="235131"/>
                  </a:moveTo>
                  <a:cubicBezTo>
                    <a:pt x="259777" y="235131"/>
                    <a:pt x="259777" y="0"/>
                    <a:pt x="111333" y="0"/>
                  </a:cubicBezTo>
                  <a:cubicBezTo>
                    <a:pt x="-37111" y="0"/>
                    <a:pt x="-37111" y="235131"/>
                    <a:pt x="111333" y="235131"/>
                  </a:cubicBezTo>
                  <a:lnTo>
                    <a:pt x="111333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" name="Graphic 2">
            <a:extLst>
              <a:ext uri="{FF2B5EF4-FFF2-40B4-BE49-F238E27FC236}">
                <a16:creationId xmlns:a16="http://schemas.microsoft.com/office/drawing/2014/main" id="{18CB014A-5AC0-9948-A411-239FEA549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87699" y="3424666"/>
            <a:ext cx="228525" cy="1935915"/>
            <a:chOff x="4687699" y="5133702"/>
            <a:chExt cx="228525" cy="1935915"/>
          </a:xfrm>
          <a:solidFill>
            <a:srgbClr val="282D2F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4A21E6C-B545-6D4E-B50F-4C10D525135A}"/>
                </a:ext>
              </a:extLst>
            </p:cNvPr>
            <p:cNvSpPr/>
            <p:nvPr/>
          </p:nvSpPr>
          <p:spPr>
            <a:xfrm>
              <a:off x="4687699" y="6834486"/>
              <a:ext cx="228525" cy="235131"/>
            </a:xfrm>
            <a:custGeom>
              <a:avLst/>
              <a:gdLst>
                <a:gd name="connsiteX0" fmla="*/ 117192 w 228525"/>
                <a:gd name="connsiteY0" fmla="*/ 235131 h 235131"/>
                <a:gd name="connsiteX1" fmla="*/ 117192 w 228525"/>
                <a:gd name="connsiteY1" fmla="*/ 0 h 235131"/>
                <a:gd name="connsiteX2" fmla="*/ 117192 w 228525"/>
                <a:gd name="connsiteY2" fmla="*/ 235131 h 235131"/>
                <a:gd name="connsiteX3" fmla="*/ 117192 w 22852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525" h="235131">
                  <a:moveTo>
                    <a:pt x="117192" y="235131"/>
                  </a:moveTo>
                  <a:cubicBezTo>
                    <a:pt x="265636" y="235131"/>
                    <a:pt x="265636" y="0"/>
                    <a:pt x="117192" y="0"/>
                  </a:cubicBezTo>
                  <a:cubicBezTo>
                    <a:pt x="-39064" y="0"/>
                    <a:pt x="-39064" y="235131"/>
                    <a:pt x="117192" y="235131"/>
                  </a:cubicBezTo>
                  <a:lnTo>
                    <a:pt x="117192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849FBE0-C7BF-9D49-99BA-D67753F6E33F}"/>
                </a:ext>
              </a:extLst>
            </p:cNvPr>
            <p:cNvSpPr/>
            <p:nvPr/>
          </p:nvSpPr>
          <p:spPr>
            <a:xfrm>
              <a:off x="4687699" y="5988013"/>
              <a:ext cx="228525" cy="235131"/>
            </a:xfrm>
            <a:custGeom>
              <a:avLst/>
              <a:gdLst>
                <a:gd name="connsiteX0" fmla="*/ 117192 w 228525"/>
                <a:gd name="connsiteY0" fmla="*/ 235131 h 235131"/>
                <a:gd name="connsiteX1" fmla="*/ 117192 w 228525"/>
                <a:gd name="connsiteY1" fmla="*/ 0 h 235131"/>
                <a:gd name="connsiteX2" fmla="*/ 117192 w 228525"/>
                <a:gd name="connsiteY2" fmla="*/ 235131 h 235131"/>
                <a:gd name="connsiteX3" fmla="*/ 117192 w 22852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525" h="235131">
                  <a:moveTo>
                    <a:pt x="117192" y="235131"/>
                  </a:moveTo>
                  <a:cubicBezTo>
                    <a:pt x="265636" y="235131"/>
                    <a:pt x="265636" y="0"/>
                    <a:pt x="117192" y="0"/>
                  </a:cubicBezTo>
                  <a:cubicBezTo>
                    <a:pt x="-39064" y="0"/>
                    <a:pt x="-39064" y="235131"/>
                    <a:pt x="117192" y="235131"/>
                  </a:cubicBezTo>
                  <a:lnTo>
                    <a:pt x="117192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25F9268-1B6B-104C-A7FB-851CA68BB83C}"/>
                </a:ext>
              </a:extLst>
            </p:cNvPr>
            <p:cNvSpPr/>
            <p:nvPr/>
          </p:nvSpPr>
          <p:spPr>
            <a:xfrm>
              <a:off x="4687699" y="5133702"/>
              <a:ext cx="228525" cy="235131"/>
            </a:xfrm>
            <a:custGeom>
              <a:avLst/>
              <a:gdLst>
                <a:gd name="connsiteX0" fmla="*/ 117192 w 228525"/>
                <a:gd name="connsiteY0" fmla="*/ 235131 h 235131"/>
                <a:gd name="connsiteX1" fmla="*/ 117192 w 228525"/>
                <a:gd name="connsiteY1" fmla="*/ 0 h 235131"/>
                <a:gd name="connsiteX2" fmla="*/ 117192 w 228525"/>
                <a:gd name="connsiteY2" fmla="*/ 235131 h 235131"/>
                <a:gd name="connsiteX3" fmla="*/ 117192 w 228525"/>
                <a:gd name="connsiteY3" fmla="*/ 235131 h 23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525" h="235131">
                  <a:moveTo>
                    <a:pt x="117192" y="235131"/>
                  </a:moveTo>
                  <a:cubicBezTo>
                    <a:pt x="265636" y="235131"/>
                    <a:pt x="265636" y="0"/>
                    <a:pt x="117192" y="0"/>
                  </a:cubicBezTo>
                  <a:cubicBezTo>
                    <a:pt x="-39064" y="0"/>
                    <a:pt x="-39064" y="235131"/>
                    <a:pt x="117192" y="235131"/>
                  </a:cubicBezTo>
                  <a:lnTo>
                    <a:pt x="117192" y="235131"/>
                  </a:lnTo>
                  <a:close/>
                </a:path>
              </a:pathLst>
            </a:custGeom>
            <a:solidFill>
              <a:srgbClr val="282D2F"/>
            </a:solidFill>
            <a:ln w="781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46E02356-4D86-E14F-B7BF-A2A0992F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64665" y="1529879"/>
            <a:ext cx="2273534" cy="470263"/>
          </a:xfrm>
          <a:custGeom>
            <a:avLst/>
            <a:gdLst>
              <a:gd name="connsiteX0" fmla="*/ 0 w 2836058"/>
              <a:gd name="connsiteY0" fmla="*/ 0 h 470262"/>
              <a:gd name="connsiteX1" fmla="*/ 570337 w 2836058"/>
              <a:gd name="connsiteY1" fmla="*/ 470263 h 470262"/>
              <a:gd name="connsiteX2" fmla="*/ 1132861 w 2836058"/>
              <a:gd name="connsiteY2" fmla="*/ 0 h 470262"/>
              <a:gd name="connsiteX3" fmla="*/ 1703198 w 2836058"/>
              <a:gd name="connsiteY3" fmla="*/ 470263 h 470262"/>
              <a:gd name="connsiteX4" fmla="*/ 2273534 w 2836058"/>
              <a:gd name="connsiteY4" fmla="*/ 0 h 470262"/>
              <a:gd name="connsiteX5" fmla="*/ 2836059 w 2836058"/>
              <a:gd name="connsiteY5" fmla="*/ 470263 h 470262"/>
              <a:gd name="connsiteX0" fmla="*/ 0 w 2273534"/>
              <a:gd name="connsiteY0" fmla="*/ 0 h 470263"/>
              <a:gd name="connsiteX1" fmla="*/ 570337 w 2273534"/>
              <a:gd name="connsiteY1" fmla="*/ 470263 h 470263"/>
              <a:gd name="connsiteX2" fmla="*/ 1132861 w 2273534"/>
              <a:gd name="connsiteY2" fmla="*/ 0 h 470263"/>
              <a:gd name="connsiteX3" fmla="*/ 1703198 w 2273534"/>
              <a:gd name="connsiteY3" fmla="*/ 470263 h 470263"/>
              <a:gd name="connsiteX4" fmla="*/ 2273534 w 2273534"/>
              <a:gd name="connsiteY4" fmla="*/ 0 h 47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3534" h="470263">
                <a:moveTo>
                  <a:pt x="0" y="0"/>
                </a:moveTo>
                <a:lnTo>
                  <a:pt x="570337" y="470263"/>
                </a:lnTo>
                <a:lnTo>
                  <a:pt x="1132861" y="0"/>
                </a:lnTo>
                <a:lnTo>
                  <a:pt x="1703198" y="470263"/>
                </a:lnTo>
                <a:lnTo>
                  <a:pt x="2273534" y="0"/>
                </a:lnTo>
              </a:path>
            </a:pathLst>
          </a:custGeom>
          <a:noFill/>
          <a:ln w="78105" cap="flat">
            <a:solidFill>
              <a:srgbClr val="282D2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EE48169-14E3-8D4C-B3E5-626BB1904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05336" y="2329326"/>
            <a:ext cx="1132861" cy="470263"/>
          </a:xfrm>
          <a:custGeom>
            <a:avLst/>
            <a:gdLst>
              <a:gd name="connsiteX0" fmla="*/ 0 w 2836058"/>
              <a:gd name="connsiteY0" fmla="*/ 0 h 470262"/>
              <a:gd name="connsiteX1" fmla="*/ 570337 w 2836058"/>
              <a:gd name="connsiteY1" fmla="*/ 470263 h 470262"/>
              <a:gd name="connsiteX2" fmla="*/ 1132861 w 2836058"/>
              <a:gd name="connsiteY2" fmla="*/ 0 h 470262"/>
              <a:gd name="connsiteX3" fmla="*/ 1703198 w 2836058"/>
              <a:gd name="connsiteY3" fmla="*/ 470263 h 470262"/>
              <a:gd name="connsiteX4" fmla="*/ 2273535 w 2836058"/>
              <a:gd name="connsiteY4" fmla="*/ 0 h 470262"/>
              <a:gd name="connsiteX5" fmla="*/ 2836059 w 2836058"/>
              <a:gd name="connsiteY5" fmla="*/ 470263 h 470262"/>
              <a:gd name="connsiteX0" fmla="*/ 0 w 2273535"/>
              <a:gd name="connsiteY0" fmla="*/ 0 h 470263"/>
              <a:gd name="connsiteX1" fmla="*/ 570337 w 2273535"/>
              <a:gd name="connsiteY1" fmla="*/ 470263 h 470263"/>
              <a:gd name="connsiteX2" fmla="*/ 1132861 w 2273535"/>
              <a:gd name="connsiteY2" fmla="*/ 0 h 470263"/>
              <a:gd name="connsiteX3" fmla="*/ 1703198 w 2273535"/>
              <a:gd name="connsiteY3" fmla="*/ 470263 h 470263"/>
              <a:gd name="connsiteX4" fmla="*/ 2273535 w 2273535"/>
              <a:gd name="connsiteY4" fmla="*/ 0 h 470263"/>
              <a:gd name="connsiteX0" fmla="*/ 0 w 1703198"/>
              <a:gd name="connsiteY0" fmla="*/ 0 h 470263"/>
              <a:gd name="connsiteX1" fmla="*/ 570337 w 1703198"/>
              <a:gd name="connsiteY1" fmla="*/ 470263 h 470263"/>
              <a:gd name="connsiteX2" fmla="*/ 1132861 w 1703198"/>
              <a:gd name="connsiteY2" fmla="*/ 0 h 470263"/>
              <a:gd name="connsiteX3" fmla="*/ 1703198 w 1703198"/>
              <a:gd name="connsiteY3" fmla="*/ 470263 h 470263"/>
              <a:gd name="connsiteX0" fmla="*/ 0 w 1132861"/>
              <a:gd name="connsiteY0" fmla="*/ 0 h 470263"/>
              <a:gd name="connsiteX1" fmla="*/ 570337 w 1132861"/>
              <a:gd name="connsiteY1" fmla="*/ 470263 h 470263"/>
              <a:gd name="connsiteX2" fmla="*/ 1132861 w 1132861"/>
              <a:gd name="connsiteY2" fmla="*/ 0 h 47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861" h="470263">
                <a:moveTo>
                  <a:pt x="0" y="0"/>
                </a:moveTo>
                <a:lnTo>
                  <a:pt x="570337" y="470263"/>
                </a:lnTo>
                <a:lnTo>
                  <a:pt x="1132861" y="0"/>
                </a:lnTo>
              </a:path>
            </a:pathLst>
          </a:custGeom>
          <a:noFill/>
          <a:ln w="78105" cap="flat">
            <a:solidFill>
              <a:srgbClr val="282D2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3" name="Graphic 2">
            <a:extLst>
              <a:ext uri="{FF2B5EF4-FFF2-40B4-BE49-F238E27FC236}">
                <a16:creationId xmlns:a16="http://schemas.microsoft.com/office/drawing/2014/main" id="{5D59D413-66EA-A44B-A09B-32AF2F20B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477177" y="8544454"/>
            <a:ext cx="1265678" cy="3989396"/>
            <a:chOff x="5265849" y="20644538"/>
            <a:chExt cx="1265678" cy="3989396"/>
          </a:xfrm>
          <a:noFill/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C3CA34E-7E2A-DD4C-8F49-FDB99E8C2FEA}"/>
                </a:ext>
              </a:extLst>
            </p:cNvPr>
            <p:cNvSpPr/>
            <p:nvPr/>
          </p:nvSpPr>
          <p:spPr>
            <a:xfrm>
              <a:off x="6062757" y="20644538"/>
              <a:ext cx="468769" cy="2845091"/>
            </a:xfrm>
            <a:custGeom>
              <a:avLst/>
              <a:gdLst>
                <a:gd name="connsiteX0" fmla="*/ 468770 w 468769"/>
                <a:gd name="connsiteY0" fmla="*/ 0 h 2845091"/>
                <a:gd name="connsiteX1" fmla="*/ 0 w 468769"/>
                <a:gd name="connsiteY1" fmla="*/ 564316 h 2845091"/>
                <a:gd name="connsiteX2" fmla="*/ 468770 w 468769"/>
                <a:gd name="connsiteY2" fmla="*/ 1136469 h 2845091"/>
                <a:gd name="connsiteX3" fmla="*/ 0 w 468769"/>
                <a:gd name="connsiteY3" fmla="*/ 1708623 h 2845091"/>
                <a:gd name="connsiteX4" fmla="*/ 468770 w 468769"/>
                <a:gd name="connsiteY4" fmla="*/ 2272937 h 2845091"/>
                <a:gd name="connsiteX5" fmla="*/ 0 w 468769"/>
                <a:gd name="connsiteY5" fmla="*/ 2845092 h 284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69" h="2845091">
                  <a:moveTo>
                    <a:pt x="468770" y="0"/>
                  </a:moveTo>
                  <a:lnTo>
                    <a:pt x="0" y="564316"/>
                  </a:lnTo>
                  <a:lnTo>
                    <a:pt x="468770" y="1136469"/>
                  </a:lnTo>
                  <a:lnTo>
                    <a:pt x="0" y="1708623"/>
                  </a:lnTo>
                  <a:lnTo>
                    <a:pt x="468770" y="2272937"/>
                  </a:lnTo>
                  <a:lnTo>
                    <a:pt x="0" y="2845092"/>
                  </a:lnTo>
                </a:path>
              </a:pathLst>
            </a:custGeom>
            <a:noFill/>
            <a:ln w="78105" cap="flat">
              <a:solidFill>
                <a:srgbClr val="282D2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D3FACD7-5726-2A46-8F9B-C2DFA47CEC19}"/>
                </a:ext>
              </a:extLst>
            </p:cNvPr>
            <p:cNvSpPr/>
            <p:nvPr/>
          </p:nvSpPr>
          <p:spPr>
            <a:xfrm>
              <a:off x="5265849" y="21788845"/>
              <a:ext cx="468769" cy="2845089"/>
            </a:xfrm>
            <a:custGeom>
              <a:avLst/>
              <a:gdLst>
                <a:gd name="connsiteX0" fmla="*/ 468770 w 468769"/>
                <a:gd name="connsiteY0" fmla="*/ 0 h 2845089"/>
                <a:gd name="connsiteX1" fmla="*/ 0 w 468769"/>
                <a:gd name="connsiteY1" fmla="*/ 564316 h 2845089"/>
                <a:gd name="connsiteX2" fmla="*/ 468770 w 468769"/>
                <a:gd name="connsiteY2" fmla="*/ 1136469 h 2845089"/>
                <a:gd name="connsiteX3" fmla="*/ 0 w 468769"/>
                <a:gd name="connsiteY3" fmla="*/ 1708621 h 2845089"/>
                <a:gd name="connsiteX4" fmla="*/ 468770 w 468769"/>
                <a:gd name="connsiteY4" fmla="*/ 2272937 h 2845089"/>
                <a:gd name="connsiteX5" fmla="*/ 0 w 468769"/>
                <a:gd name="connsiteY5" fmla="*/ 2845089 h 284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69" h="2845089">
                  <a:moveTo>
                    <a:pt x="468770" y="0"/>
                  </a:moveTo>
                  <a:lnTo>
                    <a:pt x="0" y="564316"/>
                  </a:lnTo>
                  <a:lnTo>
                    <a:pt x="468770" y="1136469"/>
                  </a:lnTo>
                  <a:lnTo>
                    <a:pt x="0" y="1708621"/>
                  </a:lnTo>
                  <a:lnTo>
                    <a:pt x="468770" y="2272937"/>
                  </a:lnTo>
                  <a:lnTo>
                    <a:pt x="0" y="2845089"/>
                  </a:lnTo>
                </a:path>
              </a:pathLst>
            </a:custGeom>
            <a:noFill/>
            <a:ln w="78105" cap="flat">
              <a:solidFill>
                <a:srgbClr val="282D2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EED77514-A473-E041-8EDE-CAA9D10BDCE9}"/>
              </a:ext>
            </a:extLst>
          </p:cNvPr>
          <p:cNvSpPr/>
          <p:nvPr/>
        </p:nvSpPr>
        <p:spPr>
          <a:xfrm>
            <a:off x="6508090" y="48551"/>
            <a:ext cx="468770" cy="2280775"/>
          </a:xfrm>
          <a:custGeom>
            <a:avLst/>
            <a:gdLst>
              <a:gd name="connsiteX0" fmla="*/ 468770 w 468769"/>
              <a:gd name="connsiteY0" fmla="*/ 0 h 2852928"/>
              <a:gd name="connsiteX1" fmla="*/ 0 w 468769"/>
              <a:gd name="connsiteY1" fmla="*/ 572153 h 2852928"/>
              <a:gd name="connsiteX2" fmla="*/ 468770 w 468769"/>
              <a:gd name="connsiteY2" fmla="*/ 1144306 h 2852928"/>
              <a:gd name="connsiteX3" fmla="*/ 0 w 468769"/>
              <a:gd name="connsiteY3" fmla="*/ 1708622 h 2852928"/>
              <a:gd name="connsiteX4" fmla="*/ 468770 w 468769"/>
              <a:gd name="connsiteY4" fmla="*/ 2280775 h 2852928"/>
              <a:gd name="connsiteX5" fmla="*/ 0 w 468769"/>
              <a:gd name="connsiteY5" fmla="*/ 2852928 h 2852928"/>
              <a:gd name="connsiteX0" fmla="*/ 0 w 468770"/>
              <a:gd name="connsiteY0" fmla="*/ 0 h 2280775"/>
              <a:gd name="connsiteX1" fmla="*/ 468770 w 468770"/>
              <a:gd name="connsiteY1" fmla="*/ 572153 h 2280775"/>
              <a:gd name="connsiteX2" fmla="*/ 0 w 468770"/>
              <a:gd name="connsiteY2" fmla="*/ 1136469 h 2280775"/>
              <a:gd name="connsiteX3" fmla="*/ 468770 w 468770"/>
              <a:gd name="connsiteY3" fmla="*/ 1708622 h 2280775"/>
              <a:gd name="connsiteX4" fmla="*/ 0 w 468770"/>
              <a:gd name="connsiteY4" fmla="*/ 2280775 h 228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770" h="2280775">
                <a:moveTo>
                  <a:pt x="0" y="0"/>
                </a:moveTo>
                <a:lnTo>
                  <a:pt x="468770" y="572153"/>
                </a:lnTo>
                <a:lnTo>
                  <a:pt x="0" y="1136469"/>
                </a:lnTo>
                <a:lnTo>
                  <a:pt x="468770" y="1708622"/>
                </a:lnTo>
                <a:lnTo>
                  <a:pt x="0" y="2280775"/>
                </a:lnTo>
              </a:path>
            </a:pathLst>
          </a:custGeom>
          <a:noFill/>
          <a:ln w="78105" cap="flat">
            <a:solidFill>
              <a:srgbClr val="282D2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93CD11C-2570-1645-92F6-8E90E015CDC3}"/>
              </a:ext>
            </a:extLst>
          </p:cNvPr>
          <p:cNvSpPr/>
          <p:nvPr/>
        </p:nvSpPr>
        <p:spPr>
          <a:xfrm>
            <a:off x="5711180" y="620704"/>
            <a:ext cx="468769" cy="2845090"/>
          </a:xfrm>
          <a:custGeom>
            <a:avLst/>
            <a:gdLst>
              <a:gd name="connsiteX0" fmla="*/ 468770 w 468769"/>
              <a:gd name="connsiteY0" fmla="*/ 0 h 2845090"/>
              <a:gd name="connsiteX1" fmla="*/ 0 w 468769"/>
              <a:gd name="connsiteY1" fmla="*/ 572153 h 2845090"/>
              <a:gd name="connsiteX2" fmla="*/ 468770 w 468769"/>
              <a:gd name="connsiteY2" fmla="*/ 1136469 h 2845090"/>
              <a:gd name="connsiteX3" fmla="*/ 0 w 468769"/>
              <a:gd name="connsiteY3" fmla="*/ 1708622 h 2845090"/>
              <a:gd name="connsiteX4" fmla="*/ 468770 w 468769"/>
              <a:gd name="connsiteY4" fmla="*/ 2280775 h 2845090"/>
              <a:gd name="connsiteX5" fmla="*/ 0 w 468769"/>
              <a:gd name="connsiteY5" fmla="*/ 2845090 h 284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8769" h="2845090">
                <a:moveTo>
                  <a:pt x="468770" y="0"/>
                </a:moveTo>
                <a:lnTo>
                  <a:pt x="0" y="572153"/>
                </a:lnTo>
                <a:lnTo>
                  <a:pt x="468770" y="1136469"/>
                </a:lnTo>
                <a:lnTo>
                  <a:pt x="0" y="1708622"/>
                </a:lnTo>
                <a:lnTo>
                  <a:pt x="468770" y="2280775"/>
                </a:lnTo>
                <a:lnTo>
                  <a:pt x="0" y="2845090"/>
                </a:lnTo>
              </a:path>
            </a:pathLst>
          </a:custGeom>
          <a:noFill/>
          <a:ln w="78105" cap="flat">
            <a:solidFill>
              <a:srgbClr val="282D2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041364-131E-8E4F-89B2-97BC1C97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89183" y="14874542"/>
            <a:ext cx="12642962" cy="3073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2EEF9-1F87-4744-AB45-888EF29D153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0" y="5649441"/>
            <a:ext cx="16459200" cy="7549269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5000" b="1"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Event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9C8052D4-8000-A145-9AC0-0AD86FFA5D6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008451" y="15596895"/>
            <a:ext cx="10604427" cy="1903439"/>
          </a:xfrm>
        </p:spPr>
        <p:txBody>
          <a:bodyPr anchor="ctr">
            <a:noAutofit/>
          </a:bodyPr>
          <a:lstStyle>
            <a:lvl1pPr marL="0" indent="0" algn="ctr">
              <a:buNone/>
              <a:defRPr sz="13800" b="1">
                <a:latin typeface="+mj-lt"/>
              </a:defRPr>
            </a:lvl1pPr>
          </a:lstStyle>
          <a:p>
            <a:pPr lvl="0"/>
            <a:r>
              <a:rPr lang="en-US" dirty="0"/>
              <a:t>Date goes Here</a:t>
            </a:r>
          </a:p>
        </p:txBody>
      </p:sp>
      <p:sp>
        <p:nvSpPr>
          <p:cNvPr id="34" name="Text Placeholder 61">
            <a:extLst>
              <a:ext uri="{FF2B5EF4-FFF2-40B4-BE49-F238E27FC236}">
                <a16:creationId xmlns:a16="http://schemas.microsoft.com/office/drawing/2014/main" id="{EBE49160-A22C-194A-84DC-2FF751639C2A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008451" y="18940573"/>
            <a:ext cx="10604427" cy="1903439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sz="9600" dirty="0">
              <a:solidFill>
                <a:schemeClr val="bg1"/>
              </a:solidFill>
              <a:latin typeface="The Serif Hand" panose="030705020305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10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0AC97-442C-BE4A-A1E0-9F02708A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3CB92-068E-6D4C-82DE-2AEAF85EC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4E083-E577-6549-8252-412312FE5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35CA60F-FFC1-0F45-8FC4-48465EBE2778}" type="datetimeFigureOut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730A-DA53-BC4C-9EF8-4EDDE4A26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DCC87-AE32-D04B-B06C-FB9D455B2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FC894F25-8270-2C45-898A-174D81F946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8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A612F-E27F-4A48-9BD9-47C44CC51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0932C-00D2-5C46-901B-610E19B5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3EC23-4BFA-524B-844A-B81E59655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13121A1-4E39-974B-A232-C4E939022B06}" type="datetimeFigureOut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D9432-0F7F-BD41-85C7-0A75F3885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8E98-5C26-2A42-8415-E127A724F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7441FF4-01E6-FA47-964D-1D0752CBC3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3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52D3C-BA9F-ED47-ADD8-811E65C6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6A5B-C611-1447-B251-53FDC8121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603E-4387-1141-A62E-987567F12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80038350-B08A-D84E-A34E-DF31257ED6A6}" type="datetimeFigureOut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4FA26-0374-FB48-BFDE-9DD198D11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FA5D9-47E7-D94E-B4CD-E9CF75021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9BC917F7-2F6E-DD40-836E-25C701D366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1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9000">
              <a:srgbClr val="353F49"/>
            </a:gs>
            <a:gs pos="100000">
              <a:schemeClr val="accent5">
                <a:lumMod val="6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2E14E04F-AF94-9046-C793-7963ED3132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rcRect t="12613" b="12613"/>
          <a:stretch>
            <a:fillRect/>
          </a:stretch>
        </p:blipFill>
        <p:spPr>
          <a:xfrm>
            <a:off x="365760" y="457200"/>
            <a:ext cx="15727679" cy="15573671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AE44082-4191-43C8-A230-B18D4F42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27" y="9978878"/>
            <a:ext cx="12244993" cy="6937522"/>
          </a:xfrm>
        </p:spPr>
        <p:txBody>
          <a:bodyPr/>
          <a:lstStyle/>
          <a:p>
            <a:r>
              <a:rPr lang="en-US" sz="15400" dirty="0"/>
              <a:t>Aligarh Muslim university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6F28E-34A9-B847-A9D3-D9B4096897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5647" y="17345501"/>
            <a:ext cx="11624309" cy="1091311"/>
          </a:xfrm>
        </p:spPr>
        <p:txBody>
          <a:bodyPr/>
          <a:lstStyle/>
          <a:p>
            <a:r>
              <a:rPr lang="en-IN" sz="5400" b="0" i="1" dirty="0"/>
              <a:t>"Heritage • Excellence • Future"</a:t>
            </a:r>
            <a:endParaRPr lang="en-US" sz="5400" b="0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51A7E-32DF-104B-9143-981D85619C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" y="18589212"/>
            <a:ext cx="12679681" cy="2228628"/>
          </a:xfrm>
        </p:spPr>
        <p:txBody>
          <a:bodyPr/>
          <a:lstStyle/>
          <a:p>
            <a:r>
              <a:rPr lang="en-IN" sz="4400" dirty="0"/>
              <a:t>Special Edition | Centenary Reflections</a:t>
            </a:r>
          </a:p>
          <a:p>
            <a:endParaRPr lang="en-IN" sz="1000" dirty="0"/>
          </a:p>
          <a:p>
            <a:r>
              <a:rPr lang="en-IN" sz="3200" dirty="0"/>
              <a:t>“Vol. 1 | Issue 2025”</a:t>
            </a:r>
            <a:endParaRPr lang="en-US" sz="8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B4518-25E1-7B6D-9E79-7BF81F61DB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9474"/>
          <a:stretch/>
        </p:blipFill>
        <p:spPr>
          <a:xfrm>
            <a:off x="800447" y="565539"/>
            <a:ext cx="1790353" cy="1741889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9A8B8C-5DA6-D01B-E1C2-CB961D308DFB}"/>
              </a:ext>
            </a:extLst>
          </p:cNvPr>
          <p:cNvSpPr txBox="1"/>
          <p:nvPr/>
        </p:nvSpPr>
        <p:spPr>
          <a:xfrm>
            <a:off x="678526" y="8382001"/>
            <a:ext cx="8709313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2800" cap="all" dirty="0">
                <a:solidFill>
                  <a:schemeClr val="bg1"/>
                </a:solidFill>
                <a:latin typeface="+mj-lt"/>
              </a:rPr>
              <a:t>“The first requisite for the progress of a nation is brotherhood and unity among all sections of society</a:t>
            </a:r>
            <a:r>
              <a:rPr lang="en-US" sz="2800" cap="all">
                <a:solidFill>
                  <a:schemeClr val="bg1"/>
                </a:solidFill>
                <a:latin typeface="+mj-lt"/>
              </a:rPr>
              <a:t>.”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2800" cap="all">
                <a:solidFill>
                  <a:schemeClr val="bg1"/>
                </a:solidFill>
                <a:latin typeface="+mj-lt"/>
              </a:rPr>
              <a:t>- </a:t>
            </a:r>
            <a:r>
              <a:rPr lang="en-IN" sz="2800" cap="all" dirty="0">
                <a:solidFill>
                  <a:schemeClr val="bg1"/>
                </a:solidFill>
                <a:latin typeface="+mj-lt"/>
              </a:rPr>
              <a:t>Sir Syed Ahmad Khan</a:t>
            </a:r>
          </a:p>
        </p:txBody>
      </p:sp>
    </p:spTree>
    <p:extLst>
      <p:ext uri="{BB962C8B-B14F-4D97-AF65-F5344CB8AC3E}">
        <p14:creationId xmlns:p14="http://schemas.microsoft.com/office/powerpoint/2010/main" val="19759978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2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9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&amp;W event posters_win32_SL_V2" id="{D89FF609-AC3D-4B52-990E-B1EA604F7FA2}" vid="{17AFE267-827E-4831-9F45-FEFA68C4A3BE}"/>
    </a:ext>
  </a:extLst>
</a:theme>
</file>

<file path=ppt/theme/theme2.xml><?xml version="1.0" encoding="utf-8"?>
<a:theme xmlns:a="http://schemas.openxmlformats.org/drawingml/2006/main" name="Custom 3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9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&amp;W event posters_win32_SL_V2" id="{D89FF609-AC3D-4B52-990E-B1EA604F7FA2}" vid="{9EC6E69D-45BF-4520-951C-24BE2BDFC56B}"/>
    </a:ext>
  </a:extLst>
</a:theme>
</file>

<file path=ppt/theme/theme3.xml><?xml version="1.0" encoding="utf-8"?>
<a:theme xmlns:a="http://schemas.openxmlformats.org/drawingml/2006/main" name="Custom 4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8">
      <a:majorFont>
        <a:latin typeface="The Serif Hand"/>
        <a:ea typeface=""/>
        <a:cs typeface=""/>
      </a:majorFont>
      <a:minorFont>
        <a:latin typeface="The Serif Han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&amp;W event posters_win32_SL_V2" id="{D89FF609-AC3D-4B52-990E-B1EA604F7FA2}" vid="{D9AC85FF-9F8A-442C-9B10-6AD9EDDFE55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B12419-EE7B-42B3-81E7-A9AF9531B8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FA4E5-DF28-41ED-B1BD-5F5D463BB11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80C92D7-FC10-4D9E-9F15-8E4D3ADBD1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B&amp;W event posters</Template>
  <TotalTime>62</TotalTime>
  <Words>49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Avenir Next</vt:lpstr>
      <vt:lpstr>Avenir Next LT Pro</vt:lpstr>
      <vt:lpstr>Avenir Next LT Pro Light</vt:lpstr>
      <vt:lpstr>Calibri</vt:lpstr>
      <vt:lpstr>The Serif Hand</vt:lpstr>
      <vt:lpstr>Custom 2</vt:lpstr>
      <vt:lpstr>Custom 3</vt:lpstr>
      <vt:lpstr>Custom 4</vt:lpstr>
      <vt:lpstr>Aligarh Muslim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GATHERING</dc:title>
  <dc:creator>Sumaniya sheikh</dc:creator>
  <cp:lastModifiedBy>ACER</cp:lastModifiedBy>
  <cp:revision>3</cp:revision>
  <dcterms:created xsi:type="dcterms:W3CDTF">2025-08-25T15:45:42Z</dcterms:created>
  <dcterms:modified xsi:type="dcterms:W3CDTF">2025-08-26T05:07:14Z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